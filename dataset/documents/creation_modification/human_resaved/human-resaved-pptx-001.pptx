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61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Recipe adapted for two servings. Cooking references: https://www.giallozafferano.com/recipes/Spaghetti-</a:t>
            </a:r>
            <a:r>
              <a:rPr lang="en-US"/>
              <a:t>Risotto</a:t>
            </a:r>
            <a:r>
              <a:t>-Bacon-and-egg-spaghetti.html and https://www.seriouseats.com/pasta-</a:t>
            </a:r>
            <a:r>
              <a:rPr lang="en-US"/>
              <a:t>Risotto</a:t>
            </a:r>
            <a:r>
              <a:t>-sauce-recipe . Quantities reflect this deck’s recipe, not a verbatim reproduction.</a:t>
            </a:r>
          </a:p>
          <a:p>
            <a:r>
              <a:t>Cover image: AI-generated food photograph created for this presentation with the built-in image generation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Recipe adapted for two servings. Cooking references: https://www.giallozafferano.com/recipes/Spaghetti-</a:t>
            </a:r>
            <a:r>
              <a:rPr lang="en-US"/>
              <a:t>Risotto</a:t>
            </a:r>
            <a:r>
              <a:t>-Bacon-and-egg-spaghetti.html and https://www.seriouseats.com/pasta-</a:t>
            </a:r>
            <a:r>
              <a:rPr lang="en-US"/>
              <a:t>Risotto</a:t>
            </a:r>
            <a:r>
              <a:t>-sauce-recipe . Quantities reflect this deck’s recipe, not a verbatim reproduction.</a:t>
            </a:r>
          </a:p>
          <a:p>
            <a:r>
              <a:t>Egg handling reference: https://www.fda.gov/food/buy-store-serve-safe-food/what-you-need-know-about-egg-safety . Residual heat alone is not a verified pasteurization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Recipe adapted for two servings. Cooking references: https://www.giallozafferano.com/recipes/Spaghetti-</a:t>
            </a:r>
            <a:r>
              <a:rPr lang="en-US"/>
              <a:t>Risotto</a:t>
            </a:r>
            <a:r>
              <a:t>-Bacon-and-egg-spaghetti.html and https://www.seriouseats.com/pasta-</a:t>
            </a:r>
            <a:r>
              <a:rPr lang="en-US"/>
              <a:t>Risotto</a:t>
            </a:r>
            <a:r>
              <a:t>-sauce-recipe . Quantities reflect this deck’s recipe, not a verbatim reproduction.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Recipe adapted for two servings. Cooking references: https://www.giallozafferano.com/recipes/Spaghetti-</a:t>
            </a:r>
            <a:r>
              <a:rPr lang="en-US"/>
              <a:t>Risotto</a:t>
            </a:r>
            <a:r>
              <a:t>-Bacon-and-egg-spaghetti.html and https://www.seriouseats.com/pasta-</a:t>
            </a:r>
            <a:r>
              <a:rPr lang="en-US"/>
              <a:t>Risotto</a:t>
            </a:r>
            <a:r>
              <a:t>-sauce-recipe . Quantities reflect this deck’s recipe, not a verbatim reproduction.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Recipe adapted for two servings. Cooking references: https://www.giallozafferano.com/recipes/Spaghetti-</a:t>
            </a:r>
            <a:r>
              <a:rPr lang="en-US"/>
              <a:t>Risotto</a:t>
            </a:r>
            <a:r>
              <a:t>-Bacon-and-egg-spaghetti.html and https://www.seriouseats.com/pasta-</a:t>
            </a:r>
            <a:r>
              <a:rPr lang="en-US"/>
              <a:t>Risotto</a:t>
            </a:r>
            <a:r>
              <a:t>-sauce-recipe . Quantities reflect this deck’s recipe, not a verbatim reproduction.</a:t>
            </a:r>
          </a:p>
          <a:p>
            <a:r>
              <a:t>Timings are approximate and depend on the thickness of guanciale and the stove. If the guanciale finishes before the pasta, turn off its heat. Pasta may cook while guanciale renders.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Recipe adapted for two servings. Cooking references: https://www.giallozafferano.com/recipes/Spaghetti-</a:t>
            </a:r>
            <a:r>
              <a:rPr lang="en-US"/>
              <a:t>Risotto</a:t>
            </a:r>
            <a:r>
              <a:t>-Bacon-and-egg-spaghetti.html and https://www.seriouseats.com/pasta-</a:t>
            </a:r>
            <a:r>
              <a:rPr lang="en-US"/>
              <a:t>Risotto</a:t>
            </a:r>
            <a:r>
              <a:t>-sauce-recipe . Quantities reflect this deck’s recipe, not a verbatim reproduction.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Recipe adapted for two servings. Cooking references: https://www.giallozafferano.com/recipes/Spaghetti-</a:t>
            </a:r>
            <a:r>
              <a:rPr lang="en-US"/>
              <a:t>Risotto</a:t>
            </a:r>
            <a:r>
              <a:t>-Bacon-and-egg-spaghetti.html and https://www.seriouseats.com/pasta-</a:t>
            </a:r>
            <a:r>
              <a:rPr lang="en-US"/>
              <a:t>Risotto</a:t>
            </a:r>
            <a:r>
              <a:t>-sauce-recipe . Quantities reflect this deck’s recipe, not a verbatim reproduction.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Recipe adapted for two servings. Cooking references: https://www.giallozafferano.com/recipes/Spaghetti-</a:t>
            </a:r>
            <a:r>
              <a:rPr lang="en-US"/>
              <a:t>Risotto</a:t>
            </a:r>
            <a:r>
              <a:t>-Bacon-and-egg-spaghetti.html and https://www.seriouseats.com/pasta-</a:t>
            </a:r>
            <a:r>
              <a:rPr lang="en-US"/>
              <a:t>Risotto</a:t>
            </a:r>
            <a:r>
              <a:t>-sauce-recipe . Quantities reflect this deck’s recipe, not a verbatim reproduction.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3B18E6DF-FED5-40C3-85C7-433700910937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lang="en-US" sz="5400" b="1" dirty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  <a:endParaRPr sz="5400" b="1" dirty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 dirty="0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3" name="introduction">
            <a:extLst>
              <a:ext uri="{FF2B5EF4-FFF2-40B4-BE49-F238E27FC236}">
                <a16:creationId xmlns:a16="http://schemas.microsoft.com/office/drawing/2014/main" id="{8B999257-B1A5-43D1-BF9C-FCE9893C9235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4" name="yield-time">
            <a:extLst>
              <a:ext uri="{FF2B5EF4-FFF2-40B4-BE49-F238E27FC236}">
                <a16:creationId xmlns:a16="http://schemas.microsoft.com/office/drawing/2014/main" id="{84BCCE66-21AF-476E-83E0-91ABF92F6C94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0B6954-30BB-44CE-B7EB-19F24B09A9F9}"/>
              </a:ext>
            </a:extLst>
          </p:cNvPr>
          <p:cNvSpPr/>
          <p:nvPr/>
        </p:nvSpPr>
        <p:spPr>
          <a:xfrm>
            <a:off x="79829" y="6019800"/>
            <a:ext cx="1937657" cy="7524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951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54A5E44E-41C1-4C03-8214-79F70254343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282313C9-FD83-453B-8BC2-1D9398FC33CD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609600" y="1428750"/>
          <a:ext cx="10972800" cy="443865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ingredient-note">
            <a:extLst>
              <a:ext uri="{FF2B5EF4-FFF2-40B4-BE49-F238E27FC236}">
                <a16:creationId xmlns:a16="http://schemas.microsoft.com/office/drawing/2014/main" id="{44D10FA8-2BD3-4ED2-A4D6-AEE2304729D0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79674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>
            <a:extLst>
              <a:ext uri="{FF2B5EF4-FFF2-40B4-BE49-F238E27FC236}">
                <a16:creationId xmlns:a16="http://schemas.microsoft.com/office/drawing/2014/main" id="{954DD97C-4E69-4D39-A858-D432F9033EBD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8D4A8CD9-90A7-46CC-AD61-7B80360513BA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flow-intro">
            <a:extLst>
              <a:ext uri="{FF2B5EF4-FFF2-40B4-BE49-F238E27FC236}">
                <a16:creationId xmlns:a16="http://schemas.microsoft.com/office/drawing/2014/main" id="{E923468B-797B-4CEF-ADB8-45F369AD8B09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4" name="cooking-step-1">
            <a:extLst>
              <a:ext uri="{FF2B5EF4-FFF2-40B4-BE49-F238E27FC236}">
                <a16:creationId xmlns:a16="http://schemas.microsoft.com/office/drawing/2014/main" id="{75A69DBE-99B9-4F24-8CA7-9032A5CA6831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5" name="cooking-step-2">
            <a:extLst>
              <a:ext uri="{FF2B5EF4-FFF2-40B4-BE49-F238E27FC236}">
                <a16:creationId xmlns:a16="http://schemas.microsoft.com/office/drawing/2014/main" id="{D6A22241-FC00-442D-9493-E757CB545287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6" name="cooking-step-3">
            <a:extLst>
              <a:ext uri="{FF2B5EF4-FFF2-40B4-BE49-F238E27FC236}">
                <a16:creationId xmlns:a16="http://schemas.microsoft.com/office/drawing/2014/main" id="{9C72E0FC-423E-4674-804C-598F9AC3DCC3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7" name="cooking-step-4">
            <a:extLst>
              <a:ext uri="{FF2B5EF4-FFF2-40B4-BE49-F238E27FC236}">
                <a16:creationId xmlns:a16="http://schemas.microsoft.com/office/drawing/2014/main" id="{5EBB104E-4EFC-4792-A299-297F2CB7151E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8" name="cooking-step-5">
            <a:extLst>
              <a:ext uri="{FF2B5EF4-FFF2-40B4-BE49-F238E27FC236}">
                <a16:creationId xmlns:a16="http://schemas.microsoft.com/office/drawing/2014/main" id="{CEEE39AA-56E6-4F7F-ADA9-1417DCF3AF49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9" name="cooking-step-6">
            <a:extLst>
              <a:ext uri="{FF2B5EF4-FFF2-40B4-BE49-F238E27FC236}">
                <a16:creationId xmlns:a16="http://schemas.microsoft.com/office/drawing/2014/main" id="{CF990A29-A0D4-4FB4-AD92-202BC4C17E38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0" name="cooking-step-7">
            <a:extLst>
              <a:ext uri="{FF2B5EF4-FFF2-40B4-BE49-F238E27FC236}">
                <a16:creationId xmlns:a16="http://schemas.microsoft.com/office/drawing/2014/main" id="{9C50A074-D00F-4EE6-BFD0-C16404644EF2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1" name="cooking-step-8">
            <a:extLst>
              <a:ext uri="{FF2B5EF4-FFF2-40B4-BE49-F238E27FC236}">
                <a16:creationId xmlns:a16="http://schemas.microsoft.com/office/drawing/2014/main" id="{D9675F28-AED7-4283-88F1-3327F2D3F189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31" name="Straight Arrow Connector 30"/>
          <p:cNvCxnSpPr>
            <a:stCxn id="4" idx="3"/>
            <a:endCxn id="5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32" name="Straight Arrow Connector 31"/>
          <p:cNvCxnSpPr>
            <a:stCxn id="5" idx="3"/>
            <a:endCxn id="6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33" name="Straight Arrow Connector 32"/>
          <p:cNvCxnSpPr>
            <a:stCxn id="6" idx="3"/>
            <a:endCxn id="7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34" name="Straight Arrow Connector 33"/>
          <p:cNvCxnSpPr>
            <a:stCxn id="7" idx="2"/>
            <a:endCxn id="8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35" name="Straight Arrow Connector 34"/>
          <p:cNvCxnSpPr>
            <a:stCxn id="8" idx="1"/>
            <a:endCxn id="9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36" name="Straight Arrow Connector 35"/>
          <p:cNvCxnSpPr>
            <a:stCxn id="9" idx="1"/>
            <a:endCxn id="10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37" name="Straight Arrow Connector 36"/>
          <p:cNvCxnSpPr>
            <a:stCxn id="10" idx="1"/>
            <a:endCxn id="11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19" name="critical-flow-note">
            <a:extLst>
              <a:ext uri="{FF2B5EF4-FFF2-40B4-BE49-F238E27FC236}">
                <a16:creationId xmlns:a16="http://schemas.microsoft.com/office/drawing/2014/main" id="{A49D8521-4B73-4C9A-9114-81DE09CF15D5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2008032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1E945081-F4D8-4A7B-B17F-6806345FAB33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078D1B6A-EB81-426C-B4B6-62684FAAD58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egg-mix-heading">
            <a:extLst>
              <a:ext uri="{FF2B5EF4-FFF2-40B4-BE49-F238E27FC236}">
                <a16:creationId xmlns:a16="http://schemas.microsoft.com/office/drawing/2014/main" id="{B6474FF6-78B1-4046-8322-324D6C21B7C1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4" name="egg-mix-body">
            <a:extLst>
              <a:ext uri="{FF2B5EF4-FFF2-40B4-BE49-F238E27FC236}">
                <a16:creationId xmlns:a16="http://schemas.microsoft.com/office/drawing/2014/main" id="{46002994-1B91-4D86-B735-F94F7EF559A8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5" name="egg-tip">
            <a:extLst>
              <a:ext uri="{FF2B5EF4-FFF2-40B4-BE49-F238E27FC236}">
                <a16:creationId xmlns:a16="http://schemas.microsoft.com/office/drawing/2014/main" id="{C3933856-E528-4F12-8571-B38C79366242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6" name="prep-heading">
            <a:extLst>
              <a:ext uri="{FF2B5EF4-FFF2-40B4-BE49-F238E27FC236}">
                <a16:creationId xmlns:a16="http://schemas.microsoft.com/office/drawing/2014/main" id="{AACD5B28-EC0B-4BC5-B22F-FA706F6C96DE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7" name="prep-body">
            <a:extLst>
              <a:ext uri="{FF2B5EF4-FFF2-40B4-BE49-F238E27FC236}">
                <a16:creationId xmlns:a16="http://schemas.microsoft.com/office/drawing/2014/main" id="{E2CBC461-CD34-489C-996B-78666EAE374A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8" name="water-prep">
            <a:extLst>
              <a:ext uri="{FF2B5EF4-FFF2-40B4-BE49-F238E27FC236}">
                <a16:creationId xmlns:a16="http://schemas.microsoft.com/office/drawing/2014/main" id="{6C0328D4-8681-4EFA-A4D2-DE2EC4EB8718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9" name="equipment">
            <a:extLst>
              <a:ext uri="{FF2B5EF4-FFF2-40B4-BE49-F238E27FC236}">
                <a16:creationId xmlns:a16="http://schemas.microsoft.com/office/drawing/2014/main" id="{412BC1DF-A022-4ADD-B7D7-DB995EE7CBEB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686029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926D1534-7275-4FAF-8768-E2A5D6B00BE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3D0D9DAA-B0AF-40CD-AA65-944DE2A94C52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guanciale-heading">
            <a:extLst>
              <a:ext uri="{FF2B5EF4-FFF2-40B4-BE49-F238E27FC236}">
                <a16:creationId xmlns:a16="http://schemas.microsoft.com/office/drawing/2014/main" id="{A538D036-217F-4671-B79D-A7A6CCF4DA95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4" name="guanciale-body">
            <a:extLst>
              <a:ext uri="{FF2B5EF4-FFF2-40B4-BE49-F238E27FC236}">
                <a16:creationId xmlns:a16="http://schemas.microsoft.com/office/drawing/2014/main" id="{B682D540-B543-4A46-97CA-5AE5C0CB6FA3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5" name="guanciale-tip">
            <a:extLst>
              <a:ext uri="{FF2B5EF4-FFF2-40B4-BE49-F238E27FC236}">
                <a16:creationId xmlns:a16="http://schemas.microsoft.com/office/drawing/2014/main" id="{C23D9D15-D412-470C-B5D1-42C415414CDB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6" name="pasta-heading">
            <a:extLst>
              <a:ext uri="{FF2B5EF4-FFF2-40B4-BE49-F238E27FC236}">
                <a16:creationId xmlns:a16="http://schemas.microsoft.com/office/drawing/2014/main" id="{0C24017C-A7DA-4AAE-88E5-9F2D604FB4F4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7" name="pasta-body">
            <a:extLst>
              <a:ext uri="{FF2B5EF4-FFF2-40B4-BE49-F238E27FC236}">
                <a16:creationId xmlns:a16="http://schemas.microsoft.com/office/drawing/2014/main" id="{90ECA847-5341-4429-A32A-612A5162B59C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8" name="water-reminder">
            <a:extLst>
              <a:ext uri="{FF2B5EF4-FFF2-40B4-BE49-F238E27FC236}">
                <a16:creationId xmlns:a16="http://schemas.microsoft.com/office/drawing/2014/main" id="{7105AA68-0278-4D61-8521-905606233874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9" name="no-rinse">
            <a:extLst>
              <a:ext uri="{FF2B5EF4-FFF2-40B4-BE49-F238E27FC236}">
                <a16:creationId xmlns:a16="http://schemas.microsoft.com/office/drawing/2014/main" id="{0DBA258E-653F-405F-BB78-70304D13A151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23077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>
            <a:extLst>
              <a:ext uri="{FF2B5EF4-FFF2-40B4-BE49-F238E27FC236}">
                <a16:creationId xmlns:a16="http://schemas.microsoft.com/office/drawing/2014/main" id="{C219043A-E0F4-4617-979D-09F98A009570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F5EA28C7-CE7C-4BFD-96BE-7AA1A0E20021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sauce-number-0">
            <a:extLst>
              <a:ext uri="{FF2B5EF4-FFF2-40B4-BE49-F238E27FC236}">
                <a16:creationId xmlns:a16="http://schemas.microsoft.com/office/drawing/2014/main" id="{0D4391E1-B421-4649-A95B-E6FFD805E32A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sauce-heading-0">
            <a:extLst>
              <a:ext uri="{FF2B5EF4-FFF2-40B4-BE49-F238E27FC236}">
                <a16:creationId xmlns:a16="http://schemas.microsoft.com/office/drawing/2014/main" id="{36198114-7F5E-402B-83B7-A01D96DFAD99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5" name="sauce-body-0">
            <a:extLst>
              <a:ext uri="{FF2B5EF4-FFF2-40B4-BE49-F238E27FC236}">
                <a16:creationId xmlns:a16="http://schemas.microsoft.com/office/drawing/2014/main" id="{3BB5BF0B-A28B-4430-92F7-7CC041C610DA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6" name="sauce-number-1">
            <a:extLst>
              <a:ext uri="{FF2B5EF4-FFF2-40B4-BE49-F238E27FC236}">
                <a16:creationId xmlns:a16="http://schemas.microsoft.com/office/drawing/2014/main" id="{4A646DA9-BB2D-4D8B-A0CD-B61BCD78D450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sauce-heading-1">
            <a:extLst>
              <a:ext uri="{FF2B5EF4-FFF2-40B4-BE49-F238E27FC236}">
                <a16:creationId xmlns:a16="http://schemas.microsoft.com/office/drawing/2014/main" id="{4BDC3905-390D-4591-8D48-AD229931FA53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8" name="sauce-body-1">
            <a:extLst>
              <a:ext uri="{FF2B5EF4-FFF2-40B4-BE49-F238E27FC236}">
                <a16:creationId xmlns:a16="http://schemas.microsoft.com/office/drawing/2014/main" id="{93EF70ED-5347-4D9C-B77E-1ED139573E7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9" name="sauce-number-2">
            <a:extLst>
              <a:ext uri="{FF2B5EF4-FFF2-40B4-BE49-F238E27FC236}">
                <a16:creationId xmlns:a16="http://schemas.microsoft.com/office/drawing/2014/main" id="{DF7064EE-60E6-4A8F-BE9F-2C25799DAD9C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sauce-heading-2">
            <a:extLst>
              <a:ext uri="{FF2B5EF4-FFF2-40B4-BE49-F238E27FC236}">
                <a16:creationId xmlns:a16="http://schemas.microsoft.com/office/drawing/2014/main" id="{48B287DE-C341-4442-811E-1A2290FCC6A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1" name="sauce-body-2">
            <a:extLst>
              <a:ext uri="{FF2B5EF4-FFF2-40B4-BE49-F238E27FC236}">
                <a16:creationId xmlns:a16="http://schemas.microsoft.com/office/drawing/2014/main" id="{2E5B92EE-ED51-4082-B14D-2E63371F98A8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2" name="sauce-number-3">
            <a:extLst>
              <a:ext uri="{FF2B5EF4-FFF2-40B4-BE49-F238E27FC236}">
                <a16:creationId xmlns:a16="http://schemas.microsoft.com/office/drawing/2014/main" id="{8B865952-CAA6-4A07-9FEA-5EC20CEE5AB8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sauce-heading-3">
            <a:extLst>
              <a:ext uri="{FF2B5EF4-FFF2-40B4-BE49-F238E27FC236}">
                <a16:creationId xmlns:a16="http://schemas.microsoft.com/office/drawing/2014/main" id="{328C46C0-EA1F-41BA-9FDF-4E4659EF2077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4" name="sauce-body-3">
            <a:extLst>
              <a:ext uri="{FF2B5EF4-FFF2-40B4-BE49-F238E27FC236}">
                <a16:creationId xmlns:a16="http://schemas.microsoft.com/office/drawing/2014/main" id="{A6972120-91F9-4911-8580-ED28E5D15C25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5" name="sauce-water">
            <a:extLst>
              <a:ext uri="{FF2B5EF4-FFF2-40B4-BE49-F238E27FC236}">
                <a16:creationId xmlns:a16="http://schemas.microsoft.com/office/drawing/2014/main" id="{3E3652A0-A554-45E7-8966-B68449552602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6" name="sauce-target">
            <a:extLst>
              <a:ext uri="{FF2B5EF4-FFF2-40B4-BE49-F238E27FC236}">
                <a16:creationId xmlns:a16="http://schemas.microsoft.com/office/drawing/2014/main" id="{6B839788-4E0E-4BCA-945C-FBB58AE62946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7" name="sauce-total">
            <a:extLst>
              <a:ext uri="{FF2B5EF4-FFF2-40B4-BE49-F238E27FC236}">
                <a16:creationId xmlns:a16="http://schemas.microsoft.com/office/drawing/2014/main" id="{6F8133DF-AD40-49A3-9ECC-5A724D34611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1440218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E85D99C-C1E6-4EA1-9FA5-FFCEEA91F70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C58A9864-29FA-4AD2-8651-79221B4F87D3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6" name="Table 5"/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9435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C9B4C217-4D15-448D-97D0-E21E34D0E080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6DBA1DB1-C9AF-4CDC-AF0D-5F74C27C99AD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serving-takeaway">
            <a:extLst>
              <a:ext uri="{FF2B5EF4-FFF2-40B4-BE49-F238E27FC236}">
                <a16:creationId xmlns:a16="http://schemas.microsoft.com/office/drawing/2014/main" id="{5037C2CF-4931-4DFC-AFB0-0377024029C5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4" name="serving-check">
            <a:extLst>
              <a:ext uri="{FF2B5EF4-FFF2-40B4-BE49-F238E27FC236}">
                <a16:creationId xmlns:a16="http://schemas.microsoft.com/office/drawing/2014/main" id="{204ED1E4-184A-4315-9DA1-3791DDDFB8CF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5" name="serve-heading">
            <a:extLst>
              <a:ext uri="{FF2B5EF4-FFF2-40B4-BE49-F238E27FC236}">
                <a16:creationId xmlns:a16="http://schemas.microsoft.com/office/drawing/2014/main" id="{85B70B65-693C-46BC-A340-BBBBB39D353B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6" name="serve-body">
            <a:extLst>
              <a:ext uri="{FF2B5EF4-FFF2-40B4-BE49-F238E27FC236}">
                <a16:creationId xmlns:a16="http://schemas.microsoft.com/office/drawing/2014/main" id="{9F38475D-66A3-4D61-A67A-B8674F288353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7" name="end-note">
            <a:extLst>
              <a:ext uri="{FF2B5EF4-FFF2-40B4-BE49-F238E27FC236}">
                <a16:creationId xmlns:a16="http://schemas.microsoft.com/office/drawing/2014/main" id="{F741B9BE-7D25-4ACE-A9F7-9F754968E62E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lang="en-US" sz="1875" b="0" dirty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</a:t>
            </a:r>
            <a:r>
              <a:rPr sz="1875" b="0" dirty="0">
                <a:solidFill>
                  <a:srgbClr val="E3E8D9"/>
                </a:solidFill>
                <a:latin typeface="Arial"/>
                <a:ea typeface="Arial"/>
                <a:cs typeface="Arial"/>
              </a:rPr>
              <a:t>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20693693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1137</Words>
  <Application>Microsoft Office PowerPoint</Application>
  <DocSecurity>0</DocSecurity>
  <PresentationFormat>Widescreen</PresentationFormat>
  <Paragraphs>129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pc</cp:lastModifiedBy>
  <cp:revision>1</cp:revision>
  <dcterms:created xsi:type="dcterms:W3CDTF">2026-10-03T07:44:52Z</dcterms:created>
  <dcterms:modified xsi:type="dcterms:W3CDTF">2026-10-05T06:27:24Z</dcterms:modified>
</cp:coreProperties>
</file>