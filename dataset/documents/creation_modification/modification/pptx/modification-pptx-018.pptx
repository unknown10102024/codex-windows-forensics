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28650" y="6159500"/>
            <a:ext cx="1778000" cy="4826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