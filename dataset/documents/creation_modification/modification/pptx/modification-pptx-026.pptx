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77CF7D4C-EE73-4875-BEE0-C3E5A303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