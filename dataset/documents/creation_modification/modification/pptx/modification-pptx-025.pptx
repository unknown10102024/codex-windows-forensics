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872B5149-66B5-417C-9EF5-28265102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7373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