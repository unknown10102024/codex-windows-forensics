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191250"/>
            <a:ext cx="2032000" cy="5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