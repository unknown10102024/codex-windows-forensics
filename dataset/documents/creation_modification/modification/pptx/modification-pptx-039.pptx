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>
              <a:ext uri="{FF2B5EF4-FFF2-40B4-BE49-F238E27FC236}">
                <a16:creationId xmlns:a16="http://schemas.microsoft.com/office/drawing/2014/main" id="{F3673FAC-2DFF-4013-93A1-E7865C37BAC4}"/>
              </a:ext>
            </a:extLst>
          </p:cNvPr>
          <p:cNvSpPr/>
          <p:nvPr/>
        </p:nvSpPr>
        <p:spPr>
          <a:xfrm>
            <a:off x="628650" y="6197600"/>
            <a:ext cx="1524000" cy="4572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