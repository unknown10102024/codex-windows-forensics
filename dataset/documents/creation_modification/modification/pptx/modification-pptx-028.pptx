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A0393624-DB1A-4F8B-9281-8D42BF97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22860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