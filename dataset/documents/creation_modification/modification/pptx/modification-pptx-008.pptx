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 xmlns:p="http://schemas.openxmlformats.org/presentationml/2006/main">
        <p:nvSpPr>
          <p:cNvPr id="8" name="Red Rectangle">
            <a:extLst xmlns:a="http://schemas.openxmlformats.org/drawingml/2006/main">
              <a:ext uri="{FF2B5EF4-FFF2-40B4-BE49-F238E27FC236}">
                <a16:creationId xmlns:a16="http://schemas.microsoft.com/office/drawing/2014/main" id="{ACF9879D-E35A-47B6-9A5B-63B4ED1F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26480"/>
            <a:ext cx="20574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