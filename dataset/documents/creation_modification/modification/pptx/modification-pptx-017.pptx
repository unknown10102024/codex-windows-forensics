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3E633F4E-294F-4900-B31D-F2CA51A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