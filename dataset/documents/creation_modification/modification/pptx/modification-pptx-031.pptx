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28650" y="6096000"/>
            <a:ext cx="1828800" cy="54864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