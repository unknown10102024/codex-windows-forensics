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C6142A84-A6CB-45C7-9577-13D817E7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26480"/>
            <a:ext cx="2103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