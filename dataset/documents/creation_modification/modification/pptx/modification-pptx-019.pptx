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096000"/>
            <a:ext cx="1714500" cy="5715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