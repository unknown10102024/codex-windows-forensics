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0DA816E4-AA84-4893-800C-DE88976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057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