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quested red rectangle">
            <a:extLst xmlns:a="http://schemas.openxmlformats.org/drawingml/2006/main">
              <a:ext uri="{FF2B5EF4-FFF2-40B4-BE49-F238E27FC236}">
                <a16:creationId xmlns:a16="http://schemas.microsoft.com/office/drawing/2014/main" id="{241B02D1-1955-4CA5-AC0F-EC2061F7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22860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