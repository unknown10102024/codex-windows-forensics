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/>
          <p:cNvSpPr/>
          <p:nvPr/>
        </p:nvSpPr>
        <p:spPr>
          <a:xfrm>
            <a:off x="628650" y="6096000"/>
            <a:ext cx="1714500" cy="523875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