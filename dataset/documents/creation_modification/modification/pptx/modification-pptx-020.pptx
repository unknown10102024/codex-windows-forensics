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8" name="Red Rectangle">
            <a:extLst>
              <a:ext uri="{FF2B5EF4-FFF2-40B4-BE49-F238E27FC236}">
                <ns2:creationId id="{42FDA732-E036-4DE2-A14E-EB7D8506C0A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2286000" cy="47625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