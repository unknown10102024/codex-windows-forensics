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A17A0B76-253E-4D1D-9B1D-AE271506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