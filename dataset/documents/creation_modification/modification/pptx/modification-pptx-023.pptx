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quested red rectangle">
            <a:extLst xmlns:a="http://schemas.openxmlformats.org/drawingml/2006/main">
              <a:ext uri="{FF2B5EF4-FFF2-40B4-BE49-F238E27FC236}">
                <a16:creationId xmlns:a16="http://schemas.microsoft.com/office/drawing/2014/main" id="{780D2C08-1D29-4207-8500-6FCA6CD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