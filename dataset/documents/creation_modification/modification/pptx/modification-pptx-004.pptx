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0AACD1BB-39EB-4265-83FE-E9D9CE4A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6153912"/>
            <a:ext cx="2194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