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 xmlns:p="http://schemas.openxmlformats.org/presentationml/2006/main">
        <p:nvSpPr>
          <p:cNvPr id="8" name="Red Rectang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4768"/>
            <a:ext cx="18288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