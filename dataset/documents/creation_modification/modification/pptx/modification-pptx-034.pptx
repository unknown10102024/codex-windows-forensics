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2" name="Red Rectangle">
            <a:extLst>
              <a:ext uri="{FF2B5EF4-FFF2-40B4-BE49-F238E27FC236}">
                <a16:creationId xmlns:a16="http://schemas.microsoft.com/office/drawing/2014/main" id="{0D82984F-E5D4-48F4-9EBC-929CC384CA2D}"/>
              </a:ext>
            </a:extLst>
          </p:cNvPr>
          <p:cNvSpPr/>
          <p:nvPr/>
        </p:nvSpPr>
        <p:spPr>
          <a:xfrm>
            <a:off x="609600" y="6172200"/>
            <a:ext cx="1828800" cy="5334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