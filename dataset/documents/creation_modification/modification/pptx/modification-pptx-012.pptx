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32F861A7-412D-4D83-9628-0E50EBA0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