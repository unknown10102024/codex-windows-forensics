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2f9dee1954347" /><Relationship Type="http://schemas.openxmlformats.org/officeDocument/2006/relationships/extended-properties" Target="/docProps/app.xml" Id="R61f6b716309b46c2" /><Relationship Type="http://schemas.openxmlformats.org/officeDocument/2006/relationships/officeDocument" Target="/ppt/presentation.xml" Id="Rb60e9f2167d648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6862c80e4c41f9"/>
  </p:sldMasterIdLst>
  <p:notesMasterIdLst>
    <p:notesMasterId xmlns:r="http://schemas.openxmlformats.org/officeDocument/2006/relationships" r:id="Rd136eaa2e50742b0"/>
  </p:notesMasterIdLst>
  <p:sldIdLst>
    <p:sldId xmlns:r="http://schemas.openxmlformats.org/officeDocument/2006/relationships" id="256" r:id="R9baf077253784341"/>
    <p:sldId xmlns:r="http://schemas.openxmlformats.org/officeDocument/2006/relationships" id="257" r:id="R884b117ade4649af"/>
    <p:sldId xmlns:r="http://schemas.openxmlformats.org/officeDocument/2006/relationships" id="258" r:id="R3f0ddcedd6214242"/>
    <p:sldId xmlns:r="http://schemas.openxmlformats.org/officeDocument/2006/relationships" id="259" r:id="R36f8ddb7af82454b"/>
    <p:sldId xmlns:r="http://schemas.openxmlformats.org/officeDocument/2006/relationships" id="260" r:id="R2fd94df7daf64bb4"/>
    <p:sldId xmlns:r="http://schemas.openxmlformats.org/officeDocument/2006/relationships" id="261" r:id="Raaa8a4e109634666"/>
    <p:sldId xmlns:r="http://schemas.openxmlformats.org/officeDocument/2006/relationships" id="262" r:id="R76558db3b7164a83"/>
    <p:sldId xmlns:r="http://schemas.openxmlformats.org/officeDocument/2006/relationships" id="263" r:id="R802137a5b99f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25e22a666c4434" /><Relationship Type="http://schemas.openxmlformats.org/officeDocument/2006/relationships/slideMaster" Target="/ppt/slideMasters/slideMaster1.xml" Id="R956862c80e4c41f9" /><Relationship Type="http://schemas.openxmlformats.org/officeDocument/2006/relationships/notesMaster" Target="/ppt/notesMasters/notesMaster1.xml" Id="Rd136eaa2e50742b0" /><Relationship Type="http://schemas.openxmlformats.org/officeDocument/2006/relationships/presProps" Target="/ppt/presProps.xml" Id="R0b91f7449d844b47" /><Relationship Type="http://schemas.openxmlformats.org/officeDocument/2006/relationships/tableStyles" Target="/ppt/tableStyles.xml" Id="Rf9e5479a2de643e3" /><Relationship Type="http://schemas.openxmlformats.org/officeDocument/2006/relationships/slide" Target="/ppt/slides/slide1.xml" Id="R9baf077253784341" /><Relationship Type="http://schemas.openxmlformats.org/officeDocument/2006/relationships/slide" Target="/ppt/slides/slide2.xml" Id="R884b117ade4649af" /><Relationship Type="http://schemas.openxmlformats.org/officeDocument/2006/relationships/slide" Target="/ppt/slides/slide3.xml" Id="R3f0ddcedd6214242" /><Relationship Type="http://schemas.openxmlformats.org/officeDocument/2006/relationships/slide" Target="/ppt/slides/slide4.xml" Id="R36f8ddb7af82454b" /><Relationship Type="http://schemas.openxmlformats.org/officeDocument/2006/relationships/slide" Target="/ppt/slides/slide5.xml" Id="R2fd94df7daf64bb4" /><Relationship Type="http://schemas.openxmlformats.org/officeDocument/2006/relationships/slide" Target="/ppt/slides/slide6.xml" Id="Raaa8a4e109634666" /><Relationship Type="http://schemas.openxmlformats.org/officeDocument/2006/relationships/slide" Target="/ppt/slides/slide7.xml" Id="R76558db3b7164a83" /><Relationship Type="http://schemas.openxmlformats.org/officeDocument/2006/relationships/slide" Target="/ppt/slides/slide8.xml" Id="R802137a5b99f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ea34a0094d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78259385364f09" /><Relationship Type="http://schemas.openxmlformats.org/officeDocument/2006/relationships/notesMaster" Target="/ppt/notesMasters/notesMaster1.xml" Id="R37d8ba93a14540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fe89866e714c95" /><Relationship Type="http://schemas.openxmlformats.org/officeDocument/2006/relationships/notesMaster" Target="/ppt/notesMasters/notesMaster1.xml" Id="Rb6f22548afe44b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96728b244b48c5" /><Relationship Type="http://schemas.openxmlformats.org/officeDocument/2006/relationships/notesMaster" Target="/ppt/notesMasters/notesMaster1.xml" Id="Rcc5910502c254b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437279dd294fc9" /><Relationship Type="http://schemas.openxmlformats.org/officeDocument/2006/relationships/notesMaster" Target="/ppt/notesMasters/notesMaster1.xml" Id="Rcf8aeb4b2a2d40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dc30926ec34b6b" /><Relationship Type="http://schemas.openxmlformats.org/officeDocument/2006/relationships/notesMaster" Target="/ppt/notesMasters/notesMaster1.xml" Id="R2ae916f1f6d64c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53d08bf73e4c79" /><Relationship Type="http://schemas.openxmlformats.org/officeDocument/2006/relationships/notesMaster" Target="/ppt/notesMasters/notesMaster1.xml" Id="R35b032a8dedc43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0a5dbe152c4de2" /><Relationship Type="http://schemas.openxmlformats.org/officeDocument/2006/relationships/notesMaster" Target="/ppt/notesMasters/notesMaster1.xml" Id="Rf8a1b0a4ae8a45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c2fb6038f542a1" /><Relationship Type="http://schemas.openxmlformats.org/officeDocument/2006/relationships/notesMaster" Target="/ppt/notesMasters/notesMaster1.xml" Id="R6fdc92f60299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technique: https://www.giallozafferano.com/recipes/Spaghetti-Carbonara-Bacon-and-egg-spaghetti.html. Quantities adapted for two generous servings. Additional timing and troubleshooting are practical cooking guidance. Photo: GialloZafferano, https://www.giallozafferano.com/images/228-22819/Spaghetti-Carbonara-Bacon-and-egg-spaghetti_780x520_wm.jpg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technique: https://www.giallozafferano.com/recipes/Spaghetti-Carbonara-Bacon-and-egg-spaghetti.html. Quantities adapted for two generous servings. Additional timing and troubleshooting are practical cooking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technique: https://www.giallozafferano.com/recipes/Spaghetti-Carbonara-Bacon-and-egg-spaghetti.html. Quantities adapted for two generous servings. Additional timing and troubleshooting are practical cooking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technique: https://www.giallozafferano.com/recipes/Spaghetti-Carbonara-Bacon-and-egg-spaghetti.html. Quantities adapted for two generous servings. Additional timing and troubleshooting are practical cooking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technique: https://www.giallozafferano.com/recipes/Spaghetti-Carbonara-Bacon-and-egg-spaghetti.html. Quantities adapted for two generous servings. Additional timing and troubleshooting are practical cooking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technique: https://www.giallozafferano.com/recipes/Spaghetti-Carbonara-Bacon-and-egg-spaghetti.html. Quantities adapted for two generous servings. Additional timing and troubleshooting are practical cooking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technique: https://www.giallozafferano.com/recipes/Spaghetti-Carbonara-Bacon-and-egg-spaghetti.html. Quantities adapted for two generous servings. Additional timing and troubleshooting are practical cooking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technique: https://www.giallozafferano.com/recipes/Spaghetti-Carbonara-Bacon-and-egg-spaghetti.html. Quantities adapted for two generous servings. Additional timing and troubleshooting are practical cooking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28a456a80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994716e7aa4dc4" /><Relationship Type="http://schemas.openxmlformats.org/officeDocument/2006/relationships/slideLayout" Target="/ppt/slideLayouts/slideLayout1.xml" Id="Rc8f928a968cd44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f928a968cd44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228f5aa85435f" /><Relationship Type="http://schemas.openxmlformats.org/officeDocument/2006/relationships/image" Target="/ppt/media/image.jpeg" Id="Rd5930a9849984322" /><Relationship Type="http://schemas.openxmlformats.org/officeDocument/2006/relationships/notesSlide" Target="/ppt/notesSlides/notesSlide1.xml" Id="R42f86da80b1b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fd7a5760946d6" /><Relationship Type="http://schemas.openxmlformats.org/officeDocument/2006/relationships/notesSlide" Target="/ppt/notesSlides/notesSlide2.xml" Id="Ra57ddbe45e4d4a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a90c44bc74176" /><Relationship Type="http://schemas.openxmlformats.org/officeDocument/2006/relationships/notesSlide" Target="/ppt/notesSlides/notesSlide3.xml" Id="Rf3cde0a49c744e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7ebc127304128" /><Relationship Type="http://schemas.openxmlformats.org/officeDocument/2006/relationships/notesSlide" Target="/ppt/notesSlides/notesSlide4.xml" Id="Ra55f47fe979a4e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f06b242eb4c90" /><Relationship Type="http://schemas.openxmlformats.org/officeDocument/2006/relationships/notesSlide" Target="/ppt/notesSlides/notesSlide5.xml" Id="Rb2992a3ff7fb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6dd8d879f44f1" /><Relationship Type="http://schemas.openxmlformats.org/officeDocument/2006/relationships/notesSlide" Target="/ppt/notesSlides/notesSlide6.xml" Id="R7da12e8f5eb847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2ca6ed9de4f61" /><Relationship Type="http://schemas.openxmlformats.org/officeDocument/2006/relationships/notesSlide" Target="/ppt/notesSlides/notesSlide7.xml" Id="R84af3a91fca942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20d5411154a4f" /><Relationship Type="http://schemas.openxmlformats.org/officeDocument/2006/relationships/notesSlide" Target="/ppt/notesSlides/notesSlide8.xml" Id="R2db6f8b2337a41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6B086-09ED-406F-850B-BD14FD56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9CC18-7071-4AB6-9DF9-54CE6670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78E8B-E33C-4330-86A1-2FC29F96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A Roman pasta classic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97375-F27B-4C46-ADC6-27054764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Egg yolks, cheese and starchy pasta water form a silky sauce around spaghetti and golden guanciale.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431A5-C94A-48A3-A092-F513961D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2 servings</a:t>
            </a:r>
          </a:p>
          <a:p xmlns:a="http://schemas.openxmlformats.org/drawingml/2006/main">
            <a:pPr>
              <a:defRPr sz="21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30a9849984322"/>
          <a:stretch xmlns:a="http://schemas.openxmlformats.org/drawingml/2006/main"/>
        </p:blipFill>
        <p:spPr>
          <a:xfrm xmlns:a="http://schemas.openxmlformats.org/drawingml/2006/main">
            <a:off x="6191250" y="1825625"/>
            <a:ext cx="5524500" cy="368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51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E64B9-75A4-4B08-944C-6B2F0CB4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35524-16D4-43B6-89DA-8782624B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333625"/>
                <a:gridCol w="5876925"/>
              </a:tblGrid>
              <a:tr h="5357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33350" marR="133350" marT="95250" marB="95250">
                    <a:solidFill>
                      <a:srgbClr val="3555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33350" marR="133350" marT="95250" marB="95250">
                    <a:solidFill>
                      <a:srgbClr val="3555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33350" marR="133350" marT="95250" marB="95250">
                    <a:solidFill>
                      <a:srgbClr val="355543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Dry pasta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33350" marR="133350" marT="95250" marB="9525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33350" marR="133350" marT="95250" marB="9525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Remove rind, cut into short strips</a:t>
                      </a:r>
                    </a:p>
                  </a:txBody>
                  <a:tcPr marL="133350" marR="133350" marT="95250" marB="95250">
                    <a:solidFill>
                      <a:srgbClr val="FBF7EE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Egg yolks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3 medium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Separate into a mixing bowl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33350" marR="133350" marT="95250" marB="9525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40 g + extra</a:t>
                      </a:r>
                    </a:p>
                  </a:txBody>
                  <a:tcPr marL="133350" marR="133350" marT="95250" marB="9525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Grate finely, reserve extra for serving</a:t>
                      </a:r>
                    </a:p>
                  </a:txBody>
                  <a:tcPr marL="133350" marR="133350" marT="95250" marB="95250">
                    <a:solidFill>
                      <a:srgbClr val="FBF7EE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½ tsp, to taste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Freshly ground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33350" marR="133350" marT="95250" marB="9525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33350" marR="133350" marT="95250" marB="95250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Season the pasta water lightly</a:t>
                      </a:r>
                    </a:p>
                  </a:txBody>
                  <a:tcPr marL="133350" marR="133350" marT="95250" marB="95250">
                    <a:solidFill>
                      <a:srgbClr val="FBF7EE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3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 for the sauce</a:t>
                      </a:r>
                    </a:p>
                  </a:txBody>
                  <a:tcPr marL="133350" marR="133350" marT="95250" marB="95250">
                    <a:solidFill>
                      <a:srgbClr val="F0EAD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B83A3-0580-4C2E-9BAE-B13D0A51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Pancetta can substitute for guanciale. The flavor will differ.</a:t>
            </a:r>
          </a:p>
        </p:txBody>
      </p:sp>
    </p:spTree>
    <p:extLst>
      <p:ext uri="{BB962C8B-B14F-4D97-AF65-F5344CB8AC3E}">
        <p14:creationId xmlns:p14="http://schemas.microsoft.com/office/powerpoint/2010/main" val="843479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38BF9-1022-4796-9E79-0DB5E704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Cooking flowchart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AF750-0FFB-474D-ABED-A4B086F6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cooking-step-1">
            <a:extLst xmlns:a="http://schemas.openxmlformats.org/drawingml/2006/main">
              <a:ext uri="{FF2B5EF4-FFF2-40B4-BE49-F238E27FC236}">
                <a16:creationId xmlns:a16="http://schemas.microsoft.com/office/drawing/2014/main" id="{567761D5-89A3-41C8-BEDA-EB088F89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3555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Prepare ingredients</a:t>
            </a:r>
          </a:p>
        </p:txBody>
      </p:sp>
      <p:sp>
        <p:nvSpPr>
          <p:cNvPr id="4" name="cooking-step-2">
            <a:extLst xmlns:a="http://schemas.openxmlformats.org/drawingml/2006/main">
              <a:ext uri="{FF2B5EF4-FFF2-40B4-BE49-F238E27FC236}">
                <a16:creationId xmlns:a16="http://schemas.microsoft.com/office/drawing/2014/main" id="{3B4EE4A4-EEDD-46DB-9B7A-4D921E9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3555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 guanciale</a:t>
            </a:r>
          </a:p>
        </p:txBody>
      </p:sp>
      <p:sp>
        <p:nvSpPr>
          <p:cNvPr id="5" name="cooking-step-3">
            <a:extLst xmlns:a="http://schemas.openxmlformats.org/drawingml/2006/main">
              <a:ext uri="{FF2B5EF4-FFF2-40B4-BE49-F238E27FC236}">
                <a16:creationId xmlns:a16="http://schemas.microsoft.com/office/drawing/2014/main" id="{1C3E96AB-0AB3-4050-9C5F-D67E2A36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7162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3555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 spaghetti</a:t>
            </a:r>
          </a:p>
        </p:txBody>
      </p:sp>
      <p:sp>
        <p:nvSpPr>
          <p:cNvPr id="6" name="cooking-step-4">
            <a:extLst xmlns:a="http://schemas.openxmlformats.org/drawingml/2006/main">
              <a:ext uri="{FF2B5EF4-FFF2-40B4-BE49-F238E27FC236}">
                <a16:creationId xmlns:a16="http://schemas.microsoft.com/office/drawing/2014/main" id="{C3AD866E-FC2E-4B60-B0AC-B006E298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7162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3555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Mix yolks and cheese</a:t>
            </a:r>
          </a:p>
        </p:txBody>
      </p:sp>
      <p:sp>
        <p:nvSpPr>
          <p:cNvPr id="7" name="cooking-step-5">
            <a:extLst xmlns:a="http://schemas.openxmlformats.org/drawingml/2006/main">
              <a:ext uri="{FF2B5EF4-FFF2-40B4-BE49-F238E27FC236}">
                <a16:creationId xmlns:a16="http://schemas.microsoft.com/office/drawing/2014/main" id="{D94EB306-C3AE-48E7-B8C6-AFCAAE4A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6237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3555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Reserve water and toss pasta</a:t>
            </a:r>
          </a:p>
        </p:txBody>
      </p:sp>
      <p:sp>
        <p:nvSpPr>
          <p:cNvPr id="8" name="cooking-step-6">
            <a:extLst xmlns:a="http://schemas.openxmlformats.org/drawingml/2006/main">
              <a:ext uri="{FF2B5EF4-FFF2-40B4-BE49-F238E27FC236}">
                <a16:creationId xmlns:a16="http://schemas.microsoft.com/office/drawing/2014/main" id="{ED94D491-2EA1-469D-8B75-8453BA83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6237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AC6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pan from heat</a:t>
            </a:r>
          </a:p>
        </p:txBody>
      </p:sp>
      <p:sp>
        <p:nvSpPr>
          <p:cNvPr id="9" name="cooking-step-7">
            <a:extLst xmlns:a="http://schemas.openxmlformats.org/drawingml/2006/main">
              <a:ext uri="{FF2B5EF4-FFF2-40B4-BE49-F238E27FC236}">
                <a16:creationId xmlns:a16="http://schemas.microsoft.com/office/drawing/2014/main" id="{2AF029A8-7F51-4B24-8AE6-F39C8C29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6237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3555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Add egg mixture and toss</a:t>
            </a:r>
          </a:p>
        </p:txBody>
      </p:sp>
      <p:sp>
        <p:nvSpPr>
          <p:cNvPr id="10" name="cooking-step-8">
            <a:extLst xmlns:a="http://schemas.openxmlformats.org/drawingml/2006/main">
              <a:ext uri="{FF2B5EF4-FFF2-40B4-BE49-F238E27FC236}">
                <a16:creationId xmlns:a16="http://schemas.microsoft.com/office/drawing/2014/main" id="{C5817604-0688-4BA2-B989-F73C428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3555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Adjust sauce and serve</a:t>
            </a:r>
          </a:p>
        </p:txBody>
      </p:sp>
      <p:cxnSp>
        <p:nvCxnSpPr>
          <p:cNvPr id="2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90850" y="2262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6A32"/>
            </a:solidFill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48350" y="2262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6A32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05850" y="2262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6A32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372725" y="2952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6A32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705850" y="44529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6A32"/>
            </a:solidFill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848350" y="44529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6A32"/>
            </a:solidFill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990850" y="44529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6A3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30338-62C1-4B22-BDF3-7136C96E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While the pasta cooks, whisk the yolks and cheese. Finish the sauce off the heat.</a:t>
            </a:r>
          </a:p>
        </p:txBody>
      </p:sp>
    </p:spTree>
    <p:extLst>
      <p:ext uri="{BB962C8B-B14F-4D97-AF65-F5344CB8AC3E}">
        <p14:creationId xmlns:p14="http://schemas.microsoft.com/office/powerpoint/2010/main" val="766447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C8DFB-387C-4C0F-ABBE-D5F75C42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Preparation before cooking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F62CD-7836-4D52-B7C6-492B434C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D305A-2258-4218-8E3E-72E61C2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3FE51-C7B7-45FF-95B0-5228AEBA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Ingredients 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5FFB5-D3B8-4809-8701-DCBB2E3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Cut the guanciale into even strips. Finely grate the cheese and separate the yolks.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9CC35-D116-4964-A775-BC0C1E45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A03AE-CBA1-49E2-8077-23FC940E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Equipment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4BCC8-9254-44D3-8768-5947074B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57625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Use a pasta pot, wide frying pan, bowl, whisk, tongs and a measuring cup for pasta water.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9D290-0882-4FCD-A119-E5104583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Have two plates ready. The finished sauce thickens as it sits.</a:t>
            </a:r>
          </a:p>
        </p:txBody>
      </p:sp>
    </p:spTree>
    <p:extLst>
      <p:ext uri="{BB962C8B-B14F-4D97-AF65-F5344CB8AC3E}">
        <p14:creationId xmlns:p14="http://schemas.microsoft.com/office/powerpoint/2010/main" val="1863197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51AE7-C28F-4F00-A1FC-E2F4E069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396A4-9A48-4FF6-98AB-6BC0882A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83D3B-4EAC-451B-B643-824F190A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0F507-98F7-456F-858C-85131AB6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716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Gentle rendering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2EA0A-F1A4-4DB4-A6CA-F324ACA9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Start guanciale in a dry pan over medium-low heat. Cook about 8–10 minutes until golden and the fat melts.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9FF4C-CAE4-469C-8E9D-8E9C00B3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B10D1-3F4E-4D68-93D3-6F53755C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417D2-AD93-43FA-9101-1D1989A6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Boil spaghetti in lightly salted water. Follow the packet timing and taste before draining.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3E45C-70EA-41D1-950C-872A4076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Set the guanciale aside and keep its fat in the pan. Reserve 250 ml pasta water.</a:t>
            </a:r>
          </a:p>
        </p:txBody>
      </p:sp>
    </p:spTree>
    <p:extLst>
      <p:ext uri="{BB962C8B-B14F-4D97-AF65-F5344CB8AC3E}">
        <p14:creationId xmlns:p14="http://schemas.microsoft.com/office/powerpoint/2010/main" val="3283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7A9DB-1178-4C6F-A490-DB3B6841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The egg and cheese mixture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63B76-5B7C-442A-8C6C-7DCA8DF5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E1571-5646-40F3-B10F-D6A26DEE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3 yolks + 40 g Pecorino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5E923-5944-4453-9A69-538D8C21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Whisk the yolks with finely grated cheese and black pepper until evenly combined.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2C907-D259-4366-B3B5-F6638148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A thick paste is normal. Pasta water will loosen it when you finish the dish.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1B2B2-981E-4260-B8EC-6D81AA84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Fine grating helps the cheese blend smoothly.</a:t>
            </a:r>
          </a:p>
        </p:txBody>
      </p:sp>
    </p:spTree>
    <p:extLst>
      <p:ext uri="{BB962C8B-B14F-4D97-AF65-F5344CB8AC3E}">
        <p14:creationId xmlns:p14="http://schemas.microsoft.com/office/powerpoint/2010/main" val="1312718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D456F-867B-4A44-B630-885F6637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Finishing the sauce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4FE1F-8B98-4436-80A6-82825BB0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96119-1EA8-4819-AC37-32F2EF1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072A1-9DFF-4957-BECA-01DF8F24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763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Pasta into the pan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26B11-3E26-4CC3-A077-6076705F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Toss the drained spaghetti in the guanciale fat with a splash of reserved pasta water.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EE1B8-C49A-4405-B3F6-8B6CE44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76F34-5D53-47F6-BF89-AA476914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Egg mixture off the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CEA2D-A2D1-4D06-A891-AFF5AC3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Move the pan away from the burner. Let fierce sizzling stop, add the egg mixture and toss continuously.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DB49C-DA87-476E-BF13-9E05D460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2726C-CDAD-432D-9236-1DA7541C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Glossy sauce, ready to 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A5765-1926-42F0-9B73-5B659E99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Add pasta water a tablespoon at a time until the sauce coats the strands. Return guanciale and serve with extra cheese.</a:t>
            </a:r>
          </a:p>
        </p:txBody>
      </p:sp>
    </p:spTree>
    <p:extLst>
      <p:ext uri="{BB962C8B-B14F-4D97-AF65-F5344CB8AC3E}">
        <p14:creationId xmlns:p14="http://schemas.microsoft.com/office/powerpoint/2010/main" val="290783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3B90D-CC98-42AE-A04F-6974D984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Tips and 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96288-C13D-46EB-BB03-26D988D5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6A3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CA8BA-3CEC-4A60-BB8F-27C52F40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79DD2-2A17-4653-B1D0-1EE6E36E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0020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A hot burner sets the eggs too quickly. Remove the pan from heat before adding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B20A3-0DA5-4068-9D02-D1A0329A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Thick or sticky sauce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95353-F2E5-417C-BA39-922E8C18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Toss in small splashes of reserved pasta water until the strands move freely.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E40B2-E00A-4D57-956D-E36DA004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Watery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4BA56-C22A-4E42-844A-C8551598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9570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Add water gradually and keep tossing. Stop when the sauce clings to the pasta.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17B16-2BA4-4A56-B9A0-F3958A1B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555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5543"/>
                </a:solidFill>
                <a:latin typeface="Arial"/>
                <a:ea typeface="Arial"/>
                <a:cs typeface="Arial"/>
              </a:rPr>
              <a:t>Too much salt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6A96D-E185-4DA0-900D-428B0A8F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434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B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B23"/>
                </a:solidFill>
                <a:latin typeface="Arial"/>
                <a:ea typeface="Arial"/>
                <a:cs typeface="Arial"/>
              </a:rPr>
              <a:t>Guanciale and Pecorino already add salt. Season the water lightly and taste at the 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B9577-A26D-407C-A8AA-0BAF5429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6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C6A32"/>
                </a:solidFill>
                <a:latin typeface="Arial"/>
                <a:ea typeface="Arial"/>
                <a:cs typeface="Arial"/>
              </a:rPr>
              <a:t>Serve immediately for the best texture. Cream is unnecessary for this recipe.</a:t>
            </a:r>
          </a:p>
        </p:txBody>
      </p:sp>
    </p:spTree>
    <p:extLst>
      <p:ext uri="{BB962C8B-B14F-4D97-AF65-F5344CB8AC3E}">
        <p14:creationId xmlns:p14="http://schemas.microsoft.com/office/powerpoint/2010/main" val="287920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2026-10-03T12:02:07.3540000Z</dcterms:created>
  <dcterms:modified xsi:type="dcterms:W3CDTF">2026-10-03T12:02:07.3540000Z</dcterms:modified>
</coreProperties>
</file>