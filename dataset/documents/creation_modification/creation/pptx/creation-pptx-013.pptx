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d541d32c874365" /><Relationship Type="http://schemas.openxmlformats.org/officeDocument/2006/relationships/extended-properties" Target="/docProps/app.xml" Id="Rb3a0c99bcb30486c" /><Relationship Type="http://schemas.openxmlformats.org/officeDocument/2006/relationships/officeDocument" Target="/ppt/presentation.xml" Id="Re7b6381bb38c4e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e13f30eb814d62"/>
  </p:sldMasterIdLst>
  <p:notesMasterIdLst>
    <p:notesMasterId xmlns:r="http://schemas.openxmlformats.org/officeDocument/2006/relationships" r:id="Rb9b2ed67e3084c79"/>
  </p:notesMasterIdLst>
  <p:sldIdLst>
    <p:sldId xmlns:r="http://schemas.openxmlformats.org/officeDocument/2006/relationships" id="256" r:id="R2ac6c45a56ca4726"/>
    <p:sldId xmlns:r="http://schemas.openxmlformats.org/officeDocument/2006/relationships" id="257" r:id="R2d13ce146c104f07"/>
    <p:sldId xmlns:r="http://schemas.openxmlformats.org/officeDocument/2006/relationships" id="258" r:id="R19962a91a61e4f8b"/>
    <p:sldId xmlns:r="http://schemas.openxmlformats.org/officeDocument/2006/relationships" id="259" r:id="R42d887e6ce924add"/>
    <p:sldId xmlns:r="http://schemas.openxmlformats.org/officeDocument/2006/relationships" id="260" r:id="Re413d2261c4d4ac0"/>
    <p:sldId xmlns:r="http://schemas.openxmlformats.org/officeDocument/2006/relationships" id="261" r:id="R2eadab67438d4530"/>
    <p:sldId xmlns:r="http://schemas.openxmlformats.org/officeDocument/2006/relationships" id="262" r:id="R71065a2b85f04488"/>
    <p:sldId xmlns:r="http://schemas.openxmlformats.org/officeDocument/2006/relationships" id="263" r:id="Rf61f0b0dd09f4c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606b1adaaf4db3" /><Relationship Type="http://schemas.openxmlformats.org/officeDocument/2006/relationships/slideMaster" Target="/ppt/slideMasters/slideMaster1.xml" Id="R93e13f30eb814d62" /><Relationship Type="http://schemas.openxmlformats.org/officeDocument/2006/relationships/notesMaster" Target="/ppt/notesMasters/notesMaster1.xml" Id="Rb9b2ed67e3084c79" /><Relationship Type="http://schemas.openxmlformats.org/officeDocument/2006/relationships/presProps" Target="/ppt/presProps.xml" Id="R0a91fa6a0ff34801" /><Relationship Type="http://schemas.openxmlformats.org/officeDocument/2006/relationships/tableStyles" Target="/ppt/tableStyles.xml" Id="R748672f5198045ad" /><Relationship Type="http://schemas.openxmlformats.org/officeDocument/2006/relationships/slide" Target="/ppt/slides/slide1.xml" Id="R2ac6c45a56ca4726" /><Relationship Type="http://schemas.openxmlformats.org/officeDocument/2006/relationships/slide" Target="/ppt/slides/slide2.xml" Id="R2d13ce146c104f07" /><Relationship Type="http://schemas.openxmlformats.org/officeDocument/2006/relationships/slide" Target="/ppt/slides/slide3.xml" Id="R19962a91a61e4f8b" /><Relationship Type="http://schemas.openxmlformats.org/officeDocument/2006/relationships/slide" Target="/ppt/slides/slide4.xml" Id="R42d887e6ce924add" /><Relationship Type="http://schemas.openxmlformats.org/officeDocument/2006/relationships/slide" Target="/ppt/slides/slide5.xml" Id="Re413d2261c4d4ac0" /><Relationship Type="http://schemas.openxmlformats.org/officeDocument/2006/relationships/slide" Target="/ppt/slides/slide6.xml" Id="R2eadab67438d4530" /><Relationship Type="http://schemas.openxmlformats.org/officeDocument/2006/relationships/slide" Target="/ppt/slides/slide7.xml" Id="R71065a2b85f04488" /><Relationship Type="http://schemas.openxmlformats.org/officeDocument/2006/relationships/slide" Target="/ppt/slides/slide8.xml" Id="Rf61f0b0dd09f4c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6bcfa5e86a4c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467a994f24897" /><Relationship Type="http://schemas.openxmlformats.org/officeDocument/2006/relationships/notesMaster" Target="/ppt/notesMasters/notesMaster1.xml" Id="Ra76633ff77ba4c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40ee5dd93245c0" /><Relationship Type="http://schemas.openxmlformats.org/officeDocument/2006/relationships/notesMaster" Target="/ppt/notesMasters/notesMaster1.xml" Id="R73fc0afd652748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8b8f83e384c83" /><Relationship Type="http://schemas.openxmlformats.org/officeDocument/2006/relationships/notesMaster" Target="/ppt/notesMasters/notesMaster1.xml" Id="Rc86ff43fc8e04f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5e5709490d4539" /><Relationship Type="http://schemas.openxmlformats.org/officeDocument/2006/relationships/notesMaster" Target="/ppt/notesMasters/notesMaster1.xml" Id="R6218685d41ec40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12c4e1a86f4004" /><Relationship Type="http://schemas.openxmlformats.org/officeDocument/2006/relationships/notesMaster" Target="/ppt/notesMasters/notesMaster1.xml" Id="R9605f64b240440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3bc91ab9224b1f" /><Relationship Type="http://schemas.openxmlformats.org/officeDocument/2006/relationships/notesMaster" Target="/ppt/notesMasters/notesMaster1.xml" Id="R585b093c676f45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2ea5d9f1b049ba" /><Relationship Type="http://schemas.openxmlformats.org/officeDocument/2006/relationships/notesMaster" Target="/ppt/notesMasters/notesMaster1.xml" Id="Rfcac082de4be4d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e34ee2501d4bec" /><Relationship Type="http://schemas.openxmlformats.org/officeDocument/2006/relationships/notesMaster" Target="/ppt/notesMasters/notesMaster1.xml" Id="Rc32652e784d64c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and cover photograph: https://www.giallozafferano.com/recipes/Spaghetti-Carbonara-Bacon-and-egg-spaghetti.html</a:t>
            </a:r>
          </a:p>
          <a:p xmlns:a="http://schemas.openxmlformats.org/drawingml/2006/main">
            <a:r>
              <a:t>Photo: https://www.giallozafferano.com/images/228-22819/Spaghetti-Carbonara-Bacon-and-egg-spaghetti_780x520_wm.jpg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reference: https://www.giallozafferano.com/recipes/Spaghetti-Carbonara-Bacon-and-egg-spaghetti.html</a:t>
            </a:r>
          </a:p>
          <a:p xmlns:a="http://schemas.openxmlformats.org/drawingml/2006/main">
            <a:r>
              <a:t>Quantities scaled to two servings. Additional practical guidance and organization adapted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reference: https://www.giallozafferano.com/recipes/Spaghetti-Carbonara-Bacon-and-egg-spaghetti.html</a:t>
            </a:r>
          </a:p>
          <a:p xmlns:a="http://schemas.openxmlformats.org/drawingml/2006/main">
            <a:r>
              <a:t>Quantities scaled to two servings. Additional practical guidance and organization adapted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reference: https://www.giallozafferano.com/recipes/Spaghetti-Carbonara-Bacon-and-egg-spaghetti.html</a:t>
            </a:r>
          </a:p>
          <a:p xmlns:a="http://schemas.openxmlformats.org/drawingml/2006/main">
            <a:r>
              <a:t>Quantities scaled to two servings. Additional practical guidance and organization adapted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reference: https://www.giallozafferano.com/recipes/Spaghetti-Carbonara-Bacon-and-egg-spaghetti.html</a:t>
            </a:r>
          </a:p>
          <a:p xmlns:a="http://schemas.openxmlformats.org/drawingml/2006/main">
            <a:r>
              <a:t>Quantities scaled to two servings. Additional practical guidance and organization adapted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reference: https://www.giallozafferano.com/recipes/Spaghetti-Carbonara-Bacon-and-egg-spaghetti.html</a:t>
            </a:r>
          </a:p>
          <a:p xmlns:a="http://schemas.openxmlformats.org/drawingml/2006/main">
            <a:r>
              <a:t>Quantities scaled to two servings. Additional practical guidance and organization adapted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reference: https://www.giallozafferano.com/recipes/Spaghetti-Carbonara-Bacon-and-egg-spaghetti.html</a:t>
            </a:r>
          </a:p>
          <a:p xmlns:a="http://schemas.openxmlformats.org/drawingml/2006/main">
            <a:r>
              <a:t>Quantities scaled to two servings. Additional practical guidance and organization adapted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reference: https://www.giallozafferano.com/recipes/Spaghetti-Carbonara-Bacon-and-egg-spaghetti.html</a:t>
            </a:r>
          </a:p>
          <a:p xmlns:a="http://schemas.openxmlformats.org/drawingml/2006/main">
            <a:r>
              <a:t>Quantities scaled to two servings. Additional practical guidance and organization adapted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a363c2f6341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1d814e0ac044f1" /><Relationship Type="http://schemas.openxmlformats.org/officeDocument/2006/relationships/slideLayout" Target="/ppt/slideLayouts/slideLayout1.xml" Id="R24d0854ad37642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d0854ad37642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2b38326b84afd" /><Relationship Type="http://schemas.openxmlformats.org/officeDocument/2006/relationships/image" Target="/ppt/media/image.jpeg" Id="R02b610d77c964dd6" /><Relationship Type="http://schemas.openxmlformats.org/officeDocument/2006/relationships/notesSlide" Target="/ppt/notesSlides/notesSlide1.xml" Id="R49d3b5a93eee47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942adbe8e4026" /><Relationship Type="http://schemas.openxmlformats.org/officeDocument/2006/relationships/notesSlide" Target="/ppt/notesSlides/notesSlide2.xml" Id="R653c2616f73744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863eaad694141" /><Relationship Type="http://schemas.openxmlformats.org/officeDocument/2006/relationships/notesSlide" Target="/ppt/notesSlides/notesSlide3.xml" Id="R9cd331fb710340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9532d6cec4627" /><Relationship Type="http://schemas.openxmlformats.org/officeDocument/2006/relationships/notesSlide" Target="/ppt/notesSlides/notesSlide4.xml" Id="Rdea45983261f46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e5ff59a6142e6" /><Relationship Type="http://schemas.openxmlformats.org/officeDocument/2006/relationships/notesSlide" Target="/ppt/notesSlides/notesSlide5.xml" Id="R61424217063a4c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ccddcdc444f9e" /><Relationship Type="http://schemas.openxmlformats.org/officeDocument/2006/relationships/notesSlide" Target="/ppt/notesSlides/notesSlide6.xml" Id="Rfe0e7270104a49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ac29449064d9a" /><Relationship Type="http://schemas.openxmlformats.org/officeDocument/2006/relationships/notesSlide" Target="/ppt/notesSlides/notesSlide7.xml" Id="R2eef431267a34b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14ea5a1624609" /><Relationship Type="http://schemas.openxmlformats.org/officeDocument/2006/relationships/notesSlide" Target="/ppt/notesSlides/notesSlide8.xml" Id="R438a8012aa9a4a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AECC0-8124-4030-87C8-D3BC9FD8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AE347-3368-4296-8ECC-EBC56CD7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60C1E-E242-499A-9DBF-E1EB294E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6450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Carbonara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2DEF9-1495-4B30-895D-B37F1B0F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425" b="0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4425" b="0">
                <a:solidFill>
                  <a:srgbClr val="A85D35"/>
                </a:solidFill>
                <a:latin typeface="Aptos"/>
                <a:ea typeface="Aptos"/>
                <a:cs typeface="Aptos"/>
              </a:rPr>
              <a:t>for two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B991C-0120-41D2-914A-61339A8B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A Roman pasta with a silky egg-and-cheese sauce and savory guanciale.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489B9-0B9E-4D07-B5EA-ABC55196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About 25 minutes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610d77c964dd6"/>
          <a:stretch xmlns:a="http://schemas.openxmlformats.org/drawingml/2006/main"/>
        </p:blipFill>
        <p:spPr>
          <a:xfrm xmlns:a="http://schemas.openxmlformats.org/drawingml/2006/main">
            <a:off x="6477000" y="1571625"/>
            <a:ext cx="51435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61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0EEFA-4B1A-45BC-B6BA-4E6CAB4E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Ingredients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FB400-E6AF-4387-91C1-B93F85E3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047875"/>
                <a:gridCol w="6057900"/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253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253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253A2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160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Weigh before cooking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75 g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Remove rind, cut into small strips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Egg yolks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3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Separate into a mixing bowl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25 g + extra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Grate finely, save extra for serving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To taste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Freshly grind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Water and salt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As needed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A2E"/>
                          </a:solidFill>
                          <a:latin typeface="Aptos"/>
                          <a:ea typeface="Aptos"/>
                          <a:cs typeface="Aptos"/>
                        </a:rPr>
                        <a:t>Salt lightly, reserve 250 ml cooking water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9D941-9194-4D3F-B178-409A9F63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Guanciale is cured pork cheek. Pancetta works as a substitute,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302720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D5C60-C232-4663-89C3-4CD19E8E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Cooking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DF5EE-3ADE-416E-949E-488815E2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976F54B1-D4E9-44C5-9548-F0088E69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14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E9DB"/>
          </a:solidFill>
          <a:ln xmlns:a="http://schemas.openxmlformats.org/drawingml/2006/main" w="9525">
            <a:solidFill>
              <a:srgbClr val="D5D8C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1  Prepare</a:t>
            </a:r>
          </a:p>
          <a:p xmlns:a="http://schemas.openxmlformats.org/drawingml/2006/main">
            <a:pPr algn="ctr">
              <a:defRPr sz="217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ingredients</a:t>
            </a:r>
          </a:p>
        </p:txBody>
      </p:sp>
      <p:sp>
        <p:nvSpPr>
          <p:cNvPr id="4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CD156101-772F-434A-9E3F-9673E078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14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E9DB"/>
          </a:solidFill>
          <a:ln xmlns:a="http://schemas.openxmlformats.org/drawingml/2006/main" w="9525">
            <a:solidFill>
              <a:srgbClr val="D5D8C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2  Brown</a:t>
            </a:r>
          </a:p>
          <a:p xmlns:a="http://schemas.openxmlformats.org/drawingml/2006/main">
            <a:pPr algn="ctr">
              <a:defRPr sz="217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guanciale</a:t>
            </a:r>
          </a:p>
        </p:txBody>
      </p:sp>
      <p:sp>
        <p:nvSpPr>
          <p:cNvPr id="5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1B047691-8FCD-45B1-A9DA-32231150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14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E9DB"/>
          </a:solidFill>
          <a:ln xmlns:a="http://schemas.openxmlformats.org/drawingml/2006/main" w="9525">
            <a:solidFill>
              <a:srgbClr val="D5D8C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3  Boil pasta</a:t>
            </a:r>
          </a:p>
          <a:p xmlns:a="http://schemas.openxmlformats.org/drawingml/2006/main">
            <a:pPr algn="ctr">
              <a:defRPr sz="217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Save water</a:t>
            </a:r>
          </a:p>
        </p:txBody>
      </p:sp>
      <p:sp>
        <p:nvSpPr>
          <p:cNvPr id="6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46EFEB77-9786-49DA-B560-69366316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3314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E9DB"/>
          </a:solidFill>
          <a:ln xmlns:a="http://schemas.openxmlformats.org/drawingml/2006/main" w="9525">
            <a:solidFill>
              <a:srgbClr val="D5D8C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4  Toss pasta</a:t>
            </a:r>
          </a:p>
          <a:p xmlns:a="http://schemas.openxmlformats.org/drawingml/2006/main">
            <a:pPr algn="ctr">
              <a:defRPr sz="217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with pork fat</a:t>
            </a:r>
          </a:p>
        </p:txBody>
      </p:sp>
      <p:sp>
        <p:nvSpPr>
          <p:cNvPr id="7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D87652F2-0115-4E8D-B262-5DCFDE5F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38600"/>
            <a:ext cx="3314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53A2E"/>
          </a:solidFill>
          <a:ln xmlns:a="http://schemas.openxmlformats.org/drawingml/2006/main" w="9525">
            <a:solidFill>
              <a:srgbClr val="D5D8C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  Mix in eggs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 the heat</a:t>
            </a:r>
          </a:p>
        </p:txBody>
      </p:sp>
      <p:sp>
        <p:nvSpPr>
          <p:cNvPr id="8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85ED0C60-F70D-4185-965D-7B5935F7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314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E9DB"/>
          </a:solidFill>
          <a:ln xmlns:a="http://schemas.openxmlformats.org/drawingml/2006/main" w="9525">
            <a:solidFill>
              <a:srgbClr val="D5D8C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6  Adjust sauce</a:t>
            </a:r>
          </a:p>
          <a:p xmlns:a="http://schemas.openxmlformats.org/drawingml/2006/main">
            <a:pPr algn="ctr">
              <a:defRPr sz="217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and serve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00500" y="2476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85D35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53350" y="2476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85D35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848850" y="314325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85D35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753350" y="4705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85D35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000500" y="4705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85D35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6D148-9008-43E5-A394-2096A4F2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Read across the top, then follow the arrows back along the bottom.</a:t>
            </a:r>
          </a:p>
        </p:txBody>
      </p:sp>
    </p:spTree>
    <p:extLst>
      <p:ext uri="{BB962C8B-B14F-4D97-AF65-F5344CB8AC3E}">
        <p14:creationId xmlns:p14="http://schemas.microsoft.com/office/powerpoint/2010/main" val="1668660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85966-8C04-4797-BA9E-7992604C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CFAA4-A6BC-4DFA-9502-59E0C548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FCAE8-3803-449C-AC81-633C2ECD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3900" b="0">
                <a:solidFill>
                  <a:srgbClr val="A85D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1D2C5-69EF-489D-9EC2-5AD81AFF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Pork and cheese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50D94-0F43-4FD2-8A9E-FAE4523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24075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Cut the guanciale into even strips. Finely grate the Pecorino so it blends smoothly.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88C72-880C-432F-94C2-B3789719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3900" b="0">
                <a:solidFill>
                  <a:srgbClr val="A85D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C880-4F9A-41A3-AC93-4841BEC5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90875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Egg mixture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B7840-AAA7-48B5-B361-EA7CA738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95700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Whisk the yolks with the cheese and black pepper in a bowl.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26CC5-DED5-41C8-B4C5-809AA3C6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3900" b="0">
                <a:solidFill>
                  <a:srgbClr val="A85D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B1C2C-8C2C-4E70-AA8F-311BE6A8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Everything within reach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08FFD-F485-46F6-A0D9-586ACAB8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67325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Set out a large pot, wide frying pan, tongs, whisk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908979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3F744-BDEA-4A8A-BA53-A1AA90EF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Guanciale and pasta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D9D7F-1EC3-4361-9817-819E7D96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D0BB4-E0F5-45B7-95D9-502A3C7A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3900" b="0">
                <a:solidFill>
                  <a:srgbClr val="A85D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29E45-D25E-44A5-BC4A-ACD8B2B5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3830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Brown the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FD817-C0C6-4526-9642-92FE9110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43125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Cook in a dry pan over medium heat for about 8–10 minutes. Keep the rendered fat.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F5905-92EC-404E-A75D-CFF8E6D0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3900" b="0">
                <a:solidFill>
                  <a:srgbClr val="A85D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68235-79CE-436B-96CC-9F5720F4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9925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Cook the spaghetti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1E373-98CD-44A2-AA97-D06B0C35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Use lightly salted boiling water. Follow the package timing and taste for al dente.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3BC9A-AEBC-4FEF-9EEF-12EC2B3A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3900" b="0">
                <a:solidFill>
                  <a:srgbClr val="A85D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7AD79-1DF0-4DF9-8DE4-2409BF97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Save the cooking water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D3EC6-A172-4801-98CE-7ACB0823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Scoop out 250 ml before draining. Toss the pasta in the pan with the guanciale and fat.</a:t>
            </a:r>
          </a:p>
        </p:txBody>
      </p:sp>
    </p:spTree>
    <p:extLst>
      <p:ext uri="{BB962C8B-B14F-4D97-AF65-F5344CB8AC3E}">
        <p14:creationId xmlns:p14="http://schemas.microsoft.com/office/powerpoint/2010/main" val="1819827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7858F-9951-4A59-9065-99F31477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The sauce comes together off the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5A612-5122-4A04-A401-05735493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EFA74-CBB0-4CD0-9DE9-1B740F03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A85D35"/>
                </a:solidFill>
                <a:latin typeface="Aptos"/>
                <a:ea typeface="Aptos"/>
                <a:cs typeface="Aptos"/>
              </a:rPr>
              <a:t>OFF THE HEAT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C8DBB-9CE0-4A02-A02B-31EB007D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Move the pan away from the burner. Let fierce sizzling subside before adding the egg mixture.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50CD5-B033-485D-A0A3-DDFA6EA8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Keep tossing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6494D-29AC-4AC1-9947-364E5535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Add the egg mixture and toss immediately to coat every strand.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C6250-45B7-4F4F-AE43-1C1D835B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Add water gradually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BFA73-9329-42EF-9D08-7011426C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Mix in reserved cooking water a tablespoon at a time until the sauce looks glossy.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05FCC-9FFB-4CCE-916F-015DFFC0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The finished sauce should cling to the pasta without visible egg curds.</a:t>
            </a:r>
          </a:p>
        </p:txBody>
      </p:sp>
    </p:spTree>
    <p:extLst>
      <p:ext uri="{BB962C8B-B14F-4D97-AF65-F5344CB8AC3E}">
        <p14:creationId xmlns:p14="http://schemas.microsoft.com/office/powerpoint/2010/main" val="1161309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D35D7-3B75-4767-A803-1D641B5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Serving and practical tips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6D2FB-06CA-45F5-B19A-FF2FD0BF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A3DFF-0CA0-4280-B659-62AEA08C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3900" b="0">
                <a:solidFill>
                  <a:srgbClr val="A85D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02E57-C81A-4B25-892A-AD1A9AD0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5735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Warm bowls, ready to 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10EE6-C7B6-4A71-9AB3-B0F38327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62175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Warm two bowls with hot water, then dry them before plating. This helps the pasta stay warm.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3E94F-2227-4245-932A-39D0CCEE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3900" b="0">
                <a:solidFill>
                  <a:srgbClr val="A85D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5C6E4-9E5D-46E8-9508-7346087E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28975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Taste before adding salt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1E5A5-69FC-4389-B898-DA043A41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Guanciale and Pecorino are already salty. Finish with pepper and a little extra grated cheese.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52CDB-947F-4EFF-A0E7-254271B3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3900" b="0">
                <a:solidFill>
                  <a:srgbClr val="A85D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0F0E9-8954-41F1-899D-4DAD1580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0060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Serve immediately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C9FC9-9CCB-4E1F-AECC-60A01FA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05425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Divide between the bowls while the sauce is still loose and glossy. It thickens as it stands.</a:t>
            </a:r>
          </a:p>
        </p:txBody>
      </p:sp>
    </p:spTree>
    <p:extLst>
      <p:ext uri="{BB962C8B-B14F-4D97-AF65-F5344CB8AC3E}">
        <p14:creationId xmlns:p14="http://schemas.microsoft.com/office/powerpoint/2010/main" val="1675397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B10BF-B6CD-4CC7-99EE-2BC0D685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Common mistakes to avoid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34541-9261-45B4-ACFD-701A7370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6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3916B-048D-4C41-A374-880C95A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85D35"/>
                </a:solidFill>
                <a:latin typeface="Aptos"/>
                <a:ea typeface="Aptos"/>
                <a:cs typeface="Aptos"/>
              </a:rPr>
              <a:t>Mistake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AE1BD-0872-48D6-A9A7-D1CF5D8F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495425"/>
            <a:ext cx="689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5D3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85D35"/>
                </a:solidFill>
                <a:latin typeface="Aptos"/>
                <a:ea typeface="Aptos"/>
                <a:cs typeface="Aptos"/>
              </a:rPr>
              <a:t>Better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49768-F794-458A-A832-0487327F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42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Eggs hit a very hot 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23AF1-F77B-4872-B818-E7283F04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14550"/>
            <a:ext cx="6896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Move off the burner and wait for sizzling to subside.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38459-A7D3-4D28-87E9-375C4F66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342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Sauce becomes too thick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D331C-E27B-424C-80DF-E4C9423B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67025"/>
            <a:ext cx="6896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Toss in pasta water, one tablespoon at a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B714C-CB57-4777-B630-D35BDB89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42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Guanciale turns dark or bitter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D6E92-4AF2-43E1-A01F-9EAB8774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19500"/>
            <a:ext cx="6896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Lower the heat and remove it once golden.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79377-986C-4C47-AA2C-E21AD5F3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342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Pasta water goes down the drain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E0B4C-EA84-44A8-A9C8-36AF140E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71975"/>
            <a:ext cx="6896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Fill a mug before you drain the spaghetti.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F831E-A0EA-4AB4-AA6B-36C82137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342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3A2E"/>
                </a:solidFill>
                <a:latin typeface="Aptos"/>
                <a:ea typeface="Aptos"/>
                <a:cs typeface="Aptos"/>
              </a:rPr>
              <a:t>Too much salt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83F0F-F9DC-4845-AAC1-9D52AB42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24450"/>
            <a:ext cx="6896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A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A2E"/>
                </a:solidFill>
                <a:latin typeface="Aptos"/>
                <a:ea typeface="Aptos"/>
                <a:cs typeface="Aptos"/>
              </a:rPr>
              <a:t>Salt the water lightly and taste the finished sauce.</a:t>
            </a:r>
          </a:p>
        </p:txBody>
      </p:sp>
    </p:spTree>
    <p:extLst>
      <p:ext uri="{BB962C8B-B14F-4D97-AF65-F5344CB8AC3E}">
        <p14:creationId xmlns:p14="http://schemas.microsoft.com/office/powerpoint/2010/main" val="191285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2026-10-03T09:19:15.4570000Z</dcterms:created>
  <dcterms:modified xsi:type="dcterms:W3CDTF">2026-10-03T09:19:15.4570000Z</dcterms:modified>
</coreProperties>
</file>