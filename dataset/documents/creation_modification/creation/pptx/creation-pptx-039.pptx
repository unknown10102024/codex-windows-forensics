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7bb2249424bb6" /><Relationship Type="http://schemas.openxmlformats.org/officeDocument/2006/relationships/extended-properties" Target="/docProps/app.xml" Id="Rc420e7edba9848bd" /><Relationship Type="http://schemas.openxmlformats.org/officeDocument/2006/relationships/officeDocument" Target="/ppt/presentation.xml" Id="Rfcbaad061eba4a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a8372fd5af4d73"/>
  </p:sldMasterIdLst>
  <p:notesMasterIdLst>
    <p:notesMasterId xmlns:r="http://schemas.openxmlformats.org/officeDocument/2006/relationships" r:id="R987af98741de41bb"/>
  </p:notesMasterIdLst>
  <p:sldIdLst>
    <p:sldId xmlns:r="http://schemas.openxmlformats.org/officeDocument/2006/relationships" id="256" r:id="Re021642d80114f96"/>
    <p:sldId xmlns:r="http://schemas.openxmlformats.org/officeDocument/2006/relationships" id="257" r:id="R88d0828120154371"/>
    <p:sldId xmlns:r="http://schemas.openxmlformats.org/officeDocument/2006/relationships" id="258" r:id="R7a763c4adf07405e"/>
    <p:sldId xmlns:r="http://schemas.openxmlformats.org/officeDocument/2006/relationships" id="259" r:id="R872aade936db4ec3"/>
    <p:sldId xmlns:r="http://schemas.openxmlformats.org/officeDocument/2006/relationships" id="260" r:id="R05e6f7c412e34929"/>
    <p:sldId xmlns:r="http://schemas.openxmlformats.org/officeDocument/2006/relationships" id="261" r:id="Re204373ee4614955"/>
    <p:sldId xmlns:r="http://schemas.openxmlformats.org/officeDocument/2006/relationships" id="262" r:id="R6d088e8b311a401d"/>
    <p:sldId xmlns:r="http://schemas.openxmlformats.org/officeDocument/2006/relationships" id="263" r:id="Red7c8bf526e24a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18ca0465e94e70" /><Relationship Type="http://schemas.openxmlformats.org/officeDocument/2006/relationships/slideMaster" Target="/ppt/slideMasters/slideMaster1.xml" Id="R5ea8372fd5af4d73" /><Relationship Type="http://schemas.openxmlformats.org/officeDocument/2006/relationships/notesMaster" Target="/ppt/notesMasters/notesMaster1.xml" Id="R987af98741de41bb" /><Relationship Type="http://schemas.openxmlformats.org/officeDocument/2006/relationships/presProps" Target="/ppt/presProps.xml" Id="R147ac0d042104d8f" /><Relationship Type="http://schemas.openxmlformats.org/officeDocument/2006/relationships/tableStyles" Target="/ppt/tableStyles.xml" Id="R32d15a16e5604f2e" /><Relationship Type="http://schemas.openxmlformats.org/officeDocument/2006/relationships/slide" Target="/ppt/slides/slide1.xml" Id="Re021642d80114f96" /><Relationship Type="http://schemas.openxmlformats.org/officeDocument/2006/relationships/slide" Target="/ppt/slides/slide2.xml" Id="R88d0828120154371" /><Relationship Type="http://schemas.openxmlformats.org/officeDocument/2006/relationships/slide" Target="/ppt/slides/slide3.xml" Id="R7a763c4adf07405e" /><Relationship Type="http://schemas.openxmlformats.org/officeDocument/2006/relationships/slide" Target="/ppt/slides/slide4.xml" Id="R872aade936db4ec3" /><Relationship Type="http://schemas.openxmlformats.org/officeDocument/2006/relationships/slide" Target="/ppt/slides/slide5.xml" Id="R05e6f7c412e34929" /><Relationship Type="http://schemas.openxmlformats.org/officeDocument/2006/relationships/slide" Target="/ppt/slides/slide6.xml" Id="Re204373ee4614955" /><Relationship Type="http://schemas.openxmlformats.org/officeDocument/2006/relationships/slide" Target="/ppt/slides/slide7.xml" Id="R6d088e8b311a401d" /><Relationship Type="http://schemas.openxmlformats.org/officeDocument/2006/relationships/slide" Target="/ppt/slides/slide8.xml" Id="Red7c8bf526e2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3e9183fcac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9ba88eace483a" /><Relationship Type="http://schemas.openxmlformats.org/officeDocument/2006/relationships/notesMaster" Target="/ppt/notesMasters/notesMaster1.xml" Id="R7c28dfe63c434b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721fb7f0b4c02" /><Relationship Type="http://schemas.openxmlformats.org/officeDocument/2006/relationships/notesMaster" Target="/ppt/notesMasters/notesMaster1.xml" Id="Rcddae23e2dd7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9a9a0bd7734d8e" /><Relationship Type="http://schemas.openxmlformats.org/officeDocument/2006/relationships/notesMaster" Target="/ppt/notesMasters/notesMaster1.xml" Id="R4aa21072989c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03197e46864941" /><Relationship Type="http://schemas.openxmlformats.org/officeDocument/2006/relationships/notesMaster" Target="/ppt/notesMasters/notesMaster1.xml" Id="R08b2c2748af9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85f3d7abd4fb6" /><Relationship Type="http://schemas.openxmlformats.org/officeDocument/2006/relationships/notesMaster" Target="/ppt/notesMasters/notesMaster1.xml" Id="Ra834026149494d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6bb63e4c184a52" /><Relationship Type="http://schemas.openxmlformats.org/officeDocument/2006/relationships/notesMaster" Target="/ppt/notesMasters/notesMaster1.xml" Id="R67a0034d47e04c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e2fd097ec847e9" /><Relationship Type="http://schemas.openxmlformats.org/officeDocument/2006/relationships/notesMaster" Target="/ppt/notesMasters/notesMaster1.xml" Id="R8ff2d6c06b2243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42531c4174cdc" /><Relationship Type="http://schemas.openxmlformats.org/officeDocument/2006/relationships/notesMaster" Target="/ppt/notesMasters/notesMaster1.xml" Id="R70a8ffa36c9f45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f4a104481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2d97c2d9f42df" /><Relationship Type="http://schemas.openxmlformats.org/officeDocument/2006/relationships/slideLayout" Target="/ppt/slideLayouts/slideLayout1.xml" Id="Rcbdfaa436dfd43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faa436dfd43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48816fe814ce4" /><Relationship Type="http://schemas.openxmlformats.org/officeDocument/2006/relationships/notesSlide" Target="/ppt/notesSlides/notesSlide1.xml" Id="Rdb143a093f64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f2b9fc1464475" /><Relationship Type="http://schemas.openxmlformats.org/officeDocument/2006/relationships/notesSlide" Target="/ppt/notesSlides/notesSlide2.xml" Id="R4c6346b07ea8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46342e7b4d58" /><Relationship Type="http://schemas.openxmlformats.org/officeDocument/2006/relationships/notesSlide" Target="/ppt/notesSlides/notesSlide3.xml" Id="R3d50ebc3b57246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047560e184a43" /><Relationship Type="http://schemas.openxmlformats.org/officeDocument/2006/relationships/notesSlide" Target="/ppt/notesSlides/notesSlide4.xml" Id="R26091e34208344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83cc0ec9f4a3b" /><Relationship Type="http://schemas.openxmlformats.org/officeDocument/2006/relationships/notesSlide" Target="/ppt/notesSlides/notesSlide5.xml" Id="Rdcfc662f9d214c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c385ffb264be3" /><Relationship Type="http://schemas.openxmlformats.org/officeDocument/2006/relationships/notesSlide" Target="/ppt/notesSlides/notesSlide6.xml" Id="R16cd747097a849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e4734bec64f3e" /><Relationship Type="http://schemas.openxmlformats.org/officeDocument/2006/relationships/notesSlide" Target="/ppt/notesSlides/notesSlide7.xml" Id="R36142a927fe142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b717be5e04c5b" /><Relationship Type="http://schemas.openxmlformats.org/officeDocument/2006/relationships/notesSlide" Target="/ppt/notesSlides/notesSlide8.xml" Id="R344365d59640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0067E-42C3-45A6-8A0C-CE6E7234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9739-2B7C-44F3-9E48-1691D70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0A332-61A5-4DF3-B996-91983C1D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A creamy Roman pasta with crisp guanciale,</a:t>
            </a:r>
          </a:p>
          <a:p xmlns:a="http://schemas.openxmlformats.org/drawingml/2006/main">
            <a:pPr>
              <a:defRPr sz="270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Pecorino Romano and black pepper.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C087E-3A42-4FC9-BD35-70C814F2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2 servings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F0E3-211A-4019-9FBD-65907E17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9397E-60E4-4FCF-A468-294D0CD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Egg, cheese and starchy pasta water make the sauce.</a:t>
            </a:r>
          </a:p>
        </p:txBody>
      </p:sp>
    </p:spTree>
    <p:extLst>
      <p:ext uri="{BB962C8B-B14F-4D97-AF65-F5344CB8AC3E}">
        <p14:creationId xmlns:p14="http://schemas.microsoft.com/office/powerpoint/2010/main" val="1487912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EFA8E-3C3D-4F0F-BC9F-65FFD7D2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8A75B-EAD1-465B-89EA-87AAB319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57500"/>
                <a:gridCol w="52959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3F5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3F5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3F574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Use dried pasta.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small strips.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1 large egg + 2 yolks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Finely grate. Reserve a little to finish.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½–1 tsp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Freshly grind, then adjust to taste.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at the end.</a:t>
                      </a:r>
                    </a:p>
                  </a:txBody>
                  <a:tcPr marL="91440" marR="91440" marT="45720" marB="45720">
                    <a:solidFill>
                      <a:srgbClr val="F8F3E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4"/>
                          </a:solidFill>
                          <a:latin typeface="Arial"/>
                          <a:ea typeface="Arial"/>
                          <a:cs typeface="Arial"/>
                        </a:rPr>
                        <a:t>Add gradually to loosen the sauce.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BA86F-03AC-45B0-8E30-0950DDE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Pancetta can replace guanciale. Parmesan gives a milder alternative to Pecorino.</a:t>
            </a:r>
          </a:p>
        </p:txBody>
      </p:sp>
    </p:spTree>
    <p:extLst>
      <p:ext uri="{BB962C8B-B14F-4D97-AF65-F5344CB8AC3E}">
        <p14:creationId xmlns:p14="http://schemas.microsoft.com/office/powerpoint/2010/main" val="850210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763A4-A6FD-4C44-BF4A-1A13583F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Cooking flowchart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AD9F-E545-4453-ABF8-374B8E2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97FDE560-E10F-4C81-99A2-439EDEA5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FE5D0"/>
          </a:solidFill>
          <a:ln xmlns:a="http://schemas.openxmlformats.org/drawingml/2006/main" w="19050">
            <a:solidFill>
              <a:srgbClr val="3F5741"/>
            </a:solidFill>
          </a:ln>
        </p:spPr>
        <p:txBody>
          <a:bodyPr xmlns:a="http://schemas.openxmlformats.org/drawingml/2006/main" lIns="171450" tIns="142875" rIns="171450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698E3C28-CF4B-4FF6-B551-94996C39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FE5D0"/>
          </a:solidFill>
          <a:ln xmlns:a="http://schemas.openxmlformats.org/drawingml/2006/main" w="19050">
            <a:solidFill>
              <a:srgbClr val="3F5741"/>
            </a:solidFill>
          </a:ln>
        </p:spPr>
        <p:txBody>
          <a:bodyPr xmlns:a="http://schemas.openxmlformats.org/drawingml/2006/main" lIns="171450" tIns="142875" rIns="171450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2  Render guanciale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EAD54F17-C036-47B3-B322-95585D8B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FE5D0"/>
          </a:solidFill>
          <a:ln xmlns:a="http://schemas.openxmlformats.org/drawingml/2006/main" w="19050">
            <a:solidFill>
              <a:srgbClr val="3F5741"/>
            </a:solidFill>
          </a:ln>
        </p:spPr>
        <p:txBody>
          <a:bodyPr xmlns:a="http://schemas.openxmlformats.org/drawingml/2006/main" lIns="171450" tIns="142875" rIns="171450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3  Cook pasta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8B797FFF-2315-495B-8DB6-A3BC0821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FE5D0"/>
          </a:solidFill>
          <a:ln xmlns:a="http://schemas.openxmlformats.org/drawingml/2006/main" w="19050">
            <a:solidFill>
              <a:srgbClr val="3F5741"/>
            </a:solidFill>
          </a:ln>
        </p:spPr>
        <p:txBody>
          <a:bodyPr xmlns:a="http://schemas.openxmlformats.org/drawingml/2006/main" lIns="171450" tIns="142875" rIns="171450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4  Reserve water and toss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75188FF3-2C72-4AE0-A91D-FC9311FE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3F5741"/>
          </a:solidFill>
          <a:ln xmlns:a="http://schemas.openxmlformats.org/drawingml/2006/main" w="19050">
            <a:solidFill>
              <a:srgbClr val="3F5741"/>
            </a:solidFill>
          </a:ln>
        </p:spPr>
        <p:txBody>
          <a:bodyPr xmlns:a="http://schemas.openxmlformats.org/drawingml/2006/main" lIns="171450" tIns="142875" rIns="171450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Mix sauce off heat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67F54DA2-4793-4B06-940D-5408F6F8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FE5D0"/>
          </a:solidFill>
          <a:ln xmlns:a="http://schemas.openxmlformats.org/drawingml/2006/main" w="19050">
            <a:solidFill>
              <a:srgbClr val="3F5741"/>
            </a:solidFill>
          </a:ln>
        </p:spPr>
        <p:txBody>
          <a:bodyPr xmlns:a="http://schemas.openxmlformats.org/drawingml/2006/main" lIns="171450" tIns="142875" rIns="171450" bIns="142875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6  Finish 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19550" y="245268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5741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62875" y="245268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5741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839325" y="3000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5741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62875" y="46434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5741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019550" y="46434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5741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23BCD-1472-4DDC-8F68-54F2EF3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Follow the top row left to right, then the bottom row right to left.</a:t>
            </a:r>
          </a:p>
        </p:txBody>
      </p:sp>
    </p:spTree>
    <p:extLst>
      <p:ext uri="{BB962C8B-B14F-4D97-AF65-F5344CB8AC3E}">
        <p14:creationId xmlns:p14="http://schemas.microsoft.com/office/powerpoint/2010/main" val="2107815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A8EEE-1F3C-415D-9CFE-BE2ABA4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Preparation and the egg mixture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2A7EC-B144-4AA4-B899-C355D700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2AF6E-C7CF-4BA6-B6B3-5E4958E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E287-E2FF-4558-9172-D9E8F750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Prepare before cooking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EE0D0-02FE-40E6-B941-7C11A65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0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Cut the guanciale and finely grate the cheese. Set out a bowl, tongs and a cup for pasta water.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60301-F1E5-4B6A-A829-6729AF07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3C575-F8A3-4FF9-9C50-C533AD97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Whisk the sauce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B7DE1-DDA2-42C0-9646-49BF509B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24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Whisk 1 egg and 2 yolks with most of the cheese and the black pepper until evenly combined.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C53E0-6232-41C5-A400-2BD2CA4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2EA9B-DA60-4008-A62C-D499F58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Start the pasta water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01971-4D8E-4619-8EE3-1810C677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48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Bring a large pot of water to a boil. Salt it lightly because the pork and cheese already add salt.</a:t>
            </a:r>
          </a:p>
        </p:txBody>
      </p:sp>
    </p:spTree>
    <p:extLst>
      <p:ext uri="{BB962C8B-B14F-4D97-AF65-F5344CB8AC3E}">
        <p14:creationId xmlns:p14="http://schemas.microsoft.com/office/powerpoint/2010/main" val="22640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A7066-3525-4861-9B6B-13DE5408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Guanciale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38C78-CD59-445F-862D-A70F7B1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EB2F7-FA5C-4390-A1C5-1E91578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899E0-BDBC-49EF-ACDB-962D9B2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Render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666CB-4BD1-40F4-AC44-8941F771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621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Start in a cold, dry pan. Cook over medium-low heat for about 6–8 minutes, until golden and crisp.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B765D-2ACA-43D2-A213-36D76DA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BC9E9-691C-49AF-A9DC-D0F8A8E8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Cook the spaghetti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8A77-701E-432F-A1A3-5CFD9D8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24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Add pasta to the boiling water. Stir and cook until al dente, following the package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ABC07-1EF3-48EA-A069-7D6EA77B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023B1-21FD-4714-B702-7CA74AF5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Keep the rendered fat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C4BE1-D031-4DD5-B411-FD9BFD8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Turn off the pan heat once the guanciale is ready. Keep the fat in the pan to coat the pasta.</a:t>
            </a:r>
          </a:p>
        </p:txBody>
      </p:sp>
    </p:spTree>
    <p:extLst>
      <p:ext uri="{BB962C8B-B14F-4D97-AF65-F5344CB8AC3E}">
        <p14:creationId xmlns:p14="http://schemas.microsoft.com/office/powerpoint/2010/main" val="1945995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78EBC-1856-4A18-B5AD-E1A19A79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Combining the pasta and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6D42A-0531-4AC4-93C7-5DDD339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C8301-D4C0-43F4-B0F3-8999DC1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339E1-9C53-4CFA-B61B-2A5574E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Reserve water and coat the pasta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14690-0797-4E6A-89C6-73DF0E0D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621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Save 250 ml of cooking water. Transfer the pasta to the pan and toss with the guanciale and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1EE1F-8998-4E2F-89EB-79812FE0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4B2FC-033F-44E4-A76B-4FF88AC6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Let the pan cool briefly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D4318-47F6-4032-A9C5-9CED29D8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242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Move the pan away from the burner. Wait about 30–60 seconds, until the sizzling settles.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31A19-5223-42D9-85DE-D7511AA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A9E3D-AD2B-48BC-9337-31433F0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Add the egg mixture off the heat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23FD5-AD29-44E7-B91F-F15A4CB4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Pour it over the hot pasta while tossing constantly. Add pasta water a tablespoon at a time.</a:t>
            </a:r>
          </a:p>
        </p:txBody>
      </p:sp>
    </p:spTree>
    <p:extLst>
      <p:ext uri="{BB962C8B-B14F-4D97-AF65-F5344CB8AC3E}">
        <p14:creationId xmlns:p14="http://schemas.microsoft.com/office/powerpoint/2010/main" val="1744364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F6BB-0198-485D-A488-85A4ACE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Texture, seasoning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7C756-F225-4154-AC9D-222506A5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3F0BB-F78E-473C-B0A3-A9B2C5DB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The sauce should look glossy</a:t>
            </a:r>
          </a:p>
          <a:p xmlns:a="http://schemas.openxmlformats.org/drawingml/2006/main">
            <a:pPr>
              <a:defRPr sz="30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and cling to every strand.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5E838-040B-4247-8F30-AAF9C0E1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E9A7F-E5BD-4D67-892B-BF90B108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Adjust the texture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0F691-7553-496D-8D7F-CF3811C9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3857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If the sauce feels thick, toss in a little more pasta water. Stop before liquid pools in the pan.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DD336-444D-418E-B7D4-B67335A8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3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A005A-FED8-441A-93F9-7AD42FDF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Finish immediately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9529F-51DF-4F91-BEC3-846725CC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962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Taste before adding salt. Divide between two warm plates and finish with cheese and pepper.</a:t>
            </a:r>
          </a:p>
        </p:txBody>
      </p:sp>
    </p:spTree>
    <p:extLst>
      <p:ext uri="{BB962C8B-B14F-4D97-AF65-F5344CB8AC3E}">
        <p14:creationId xmlns:p14="http://schemas.microsoft.com/office/powerpoint/2010/main" val="957581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3FDA7-317F-4091-B700-F3D1E44A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82B24"/>
                </a:solidFill>
                <a:latin typeface="Arial"/>
                <a:ea typeface="Arial"/>
                <a:cs typeface="Arial"/>
              </a:rPr>
              <a:t>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465BF-3D89-45F9-A583-5163BE2C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187D0-C935-4039-B9BB-FC39FE3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7D955-BE27-4E96-9471-0915A3D3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192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Keep the pan off the burner when adding eggs. Toss continuously.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23ADC-35CB-40CC-B064-5083BEB3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Dry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B9707-00C7-4253-A918-5A5F577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Reserve pasta water before draining. Add small splashes as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90958-A501-4AAB-A36F-FE89A3FA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Salty pasta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1EA2E-6465-405B-8800-682A522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956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Use lightly salted water and taste before adding more salt.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4A425-C4DB-4542-9EA3-D2BEC918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Burnt guanciale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65588-26AF-4417-A129-5D42FD4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338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Use gentle heat and stop when the strips turn golden.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73124-E9A7-4038-B1D7-637AEFE2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57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5741"/>
                </a:solidFill>
                <a:latin typeface="Arial"/>
                <a:ea typeface="Arial"/>
                <a:cs typeface="Arial"/>
              </a:rPr>
              <a:t>Lumpy cheese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87769-8B41-4B88-B397-3C4A7A32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72050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B24"/>
                </a:solidFill>
                <a:latin typeface="Arial"/>
                <a:ea typeface="Arial"/>
                <a:cs typeface="Arial"/>
              </a:rPr>
              <a:t>Grate it finely so it blends into the egg mixture.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D2E42-A775-4CA5-A00B-7B64B38F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A63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632F"/>
                </a:solidFill>
                <a:latin typeface="Arial"/>
                <a:ea typeface="Arial"/>
                <a:cs typeface="Arial"/>
              </a:rPr>
              <a:t>Have plates ready. Carbonara thickens as it cools, so serve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2035746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2026-10-03T12:13:31.5770000Z</dcterms:created>
  <dcterms:modified xsi:type="dcterms:W3CDTF">2026-10-03T12:13:31.5770000Z</dcterms:modified>
</coreProperties>
</file>