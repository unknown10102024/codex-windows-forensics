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33ee62e6e4dbe" /><Relationship Type="http://schemas.openxmlformats.org/officeDocument/2006/relationships/extended-properties" Target="/docProps/app.xml" Id="R67502b0e00e049dc" /><Relationship Type="http://schemas.openxmlformats.org/officeDocument/2006/relationships/officeDocument" Target="/ppt/presentation.xml" Id="Rba0a63ad79ed4c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42eb12bc840b1"/>
  </p:sldMasterIdLst>
  <p:notesMasterIdLst>
    <p:notesMasterId xmlns:r="http://schemas.openxmlformats.org/officeDocument/2006/relationships" r:id="R4def104ad5b54ad8"/>
  </p:notesMasterIdLst>
  <p:sldIdLst>
    <p:sldId xmlns:r="http://schemas.openxmlformats.org/officeDocument/2006/relationships" id="256" r:id="R055691bc6d724cdf"/>
    <p:sldId xmlns:r="http://schemas.openxmlformats.org/officeDocument/2006/relationships" id="257" r:id="R3e91c4f9c1d4425a"/>
    <p:sldId xmlns:r="http://schemas.openxmlformats.org/officeDocument/2006/relationships" id="258" r:id="R94f7e5f3102b4400"/>
    <p:sldId xmlns:r="http://schemas.openxmlformats.org/officeDocument/2006/relationships" id="259" r:id="R7f09dfefae124244"/>
    <p:sldId xmlns:r="http://schemas.openxmlformats.org/officeDocument/2006/relationships" id="260" r:id="R107b74965b6e42ed"/>
    <p:sldId xmlns:r="http://schemas.openxmlformats.org/officeDocument/2006/relationships" id="261" r:id="Rc69bf7cbd0f044ce"/>
    <p:sldId xmlns:r="http://schemas.openxmlformats.org/officeDocument/2006/relationships" id="262" r:id="Rd36608e26d884cf1"/>
    <p:sldId xmlns:r="http://schemas.openxmlformats.org/officeDocument/2006/relationships" id="263" r:id="R6fd5460e1909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ce7a243774dd1" /><Relationship Type="http://schemas.openxmlformats.org/officeDocument/2006/relationships/slideMaster" Target="/ppt/slideMasters/slideMaster1.xml" Id="R3df42eb12bc840b1" /><Relationship Type="http://schemas.openxmlformats.org/officeDocument/2006/relationships/notesMaster" Target="/ppt/notesMasters/notesMaster1.xml" Id="R4def104ad5b54ad8" /><Relationship Type="http://schemas.openxmlformats.org/officeDocument/2006/relationships/presProps" Target="/ppt/presProps.xml" Id="Re7b7e14bd90246f4" /><Relationship Type="http://schemas.openxmlformats.org/officeDocument/2006/relationships/tableStyles" Target="/ppt/tableStyles.xml" Id="R310e48fb3c364633" /><Relationship Type="http://schemas.openxmlformats.org/officeDocument/2006/relationships/slide" Target="/ppt/slides/slide1.xml" Id="R055691bc6d724cdf" /><Relationship Type="http://schemas.openxmlformats.org/officeDocument/2006/relationships/slide" Target="/ppt/slides/slide2.xml" Id="R3e91c4f9c1d4425a" /><Relationship Type="http://schemas.openxmlformats.org/officeDocument/2006/relationships/slide" Target="/ppt/slides/slide3.xml" Id="R94f7e5f3102b4400" /><Relationship Type="http://schemas.openxmlformats.org/officeDocument/2006/relationships/slide" Target="/ppt/slides/slide4.xml" Id="R7f09dfefae124244" /><Relationship Type="http://schemas.openxmlformats.org/officeDocument/2006/relationships/slide" Target="/ppt/slides/slide5.xml" Id="R107b74965b6e42ed" /><Relationship Type="http://schemas.openxmlformats.org/officeDocument/2006/relationships/slide" Target="/ppt/slides/slide6.xml" Id="Rc69bf7cbd0f044ce" /><Relationship Type="http://schemas.openxmlformats.org/officeDocument/2006/relationships/slide" Target="/ppt/slides/slide7.xml" Id="Rd36608e26d884cf1" /><Relationship Type="http://schemas.openxmlformats.org/officeDocument/2006/relationships/slide" Target="/ppt/slides/slide8.xml" Id="R6fd5460e1909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64cdec5fb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f99e230e744bf" /><Relationship Type="http://schemas.openxmlformats.org/officeDocument/2006/relationships/notesMaster" Target="/ppt/notesMasters/notesMaster1.xml" Id="Rdb2f3eaae0dc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f9c7456000408f" /><Relationship Type="http://schemas.openxmlformats.org/officeDocument/2006/relationships/notesMaster" Target="/ppt/notesMasters/notesMaster1.xml" Id="Rb42c185ca5fa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191ab991af481c" /><Relationship Type="http://schemas.openxmlformats.org/officeDocument/2006/relationships/notesMaster" Target="/ppt/notesMasters/notesMaster1.xml" Id="R8313aa75f91543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f44d9b964d4212" /><Relationship Type="http://schemas.openxmlformats.org/officeDocument/2006/relationships/notesMaster" Target="/ppt/notesMasters/notesMaster1.xml" Id="R00ecc8c3691d4a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a0064614541ac" /><Relationship Type="http://schemas.openxmlformats.org/officeDocument/2006/relationships/notesMaster" Target="/ppt/notesMasters/notesMaster1.xml" Id="Rc0b020d709b247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77f2e884842a5" /><Relationship Type="http://schemas.openxmlformats.org/officeDocument/2006/relationships/notesMaster" Target="/ppt/notesMasters/notesMaster1.xml" Id="R89d2327f6b3d4c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f00defcb947bc" /><Relationship Type="http://schemas.openxmlformats.org/officeDocument/2006/relationships/notesMaster" Target="/ppt/notesMasters/notesMaster1.xml" Id="R3a1c23e894a8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f28eb2b4b480a" /><Relationship Type="http://schemas.openxmlformats.org/officeDocument/2006/relationships/notesMaster" Target="/ppt/notesMasters/notesMaster1.xml" Id="Rd997d76cac7048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Two-serving recipe variant. Technique sources: https://www.bbcgoodfood.com/recipes/next-level-spaghetti-carbonara and https://www.bbcgoodfood.com/howto/guide/10-tips-next-level-spaghetti-carbonara.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36a1ec75940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9e1b60f4547ff" /><Relationship Type="http://schemas.openxmlformats.org/officeDocument/2006/relationships/slideLayout" Target="/ppt/slideLayouts/slideLayout1.xml" Id="Raf12d05b02ee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2d05b02ee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1603449594e7d" /><Relationship Type="http://schemas.openxmlformats.org/officeDocument/2006/relationships/notesSlide" Target="/ppt/notesSlides/notesSlide1.xml" Id="R8bb700d8f9d542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bb5d3e0c44e9" /><Relationship Type="http://schemas.openxmlformats.org/officeDocument/2006/relationships/notesSlide" Target="/ppt/notesSlides/notesSlide2.xml" Id="R50e2913de7cf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02a4911ba471b" /><Relationship Type="http://schemas.openxmlformats.org/officeDocument/2006/relationships/notesSlide" Target="/ppt/notesSlides/notesSlide3.xml" Id="Rdde708d160ee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df3dc6c1e4c4b" /><Relationship Type="http://schemas.openxmlformats.org/officeDocument/2006/relationships/notesSlide" Target="/ppt/notesSlides/notesSlide4.xml" Id="Raa671626e3e3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70340665646b0" /><Relationship Type="http://schemas.openxmlformats.org/officeDocument/2006/relationships/notesSlide" Target="/ppt/notesSlides/notesSlide5.xml" Id="Rf1f75fa2f78a49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0fdfe64d9421c" /><Relationship Type="http://schemas.openxmlformats.org/officeDocument/2006/relationships/notesSlide" Target="/ppt/notesSlides/notesSlide6.xml" Id="Rcdcac64dbb37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fd644d8542c3" /><Relationship Type="http://schemas.openxmlformats.org/officeDocument/2006/relationships/notesSlide" Target="/ppt/notesSlides/notesSlide7.xml" Id="R5e3000f4be3e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94b3c4d443aa" /><Relationship Type="http://schemas.openxmlformats.org/officeDocument/2006/relationships/notesSlide" Target="/ppt/notesSlides/notesSlide8.xml" Id="R145b15c93e48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9BE18-BC19-4EEC-872F-0760DB40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60410-8F43-463E-8946-0049DA74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2314F-4507-4EEA-89D8-23B68B7C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A silky sauce from eggs, cheese</a:t>
            </a:r>
          </a:p>
          <a:p xmlns:a="http://schemas.openxmlformats.org/drawingml/2006/main">
            <a:pPr>
              <a:defRPr sz="36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and starchy pasta water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DAECA-3D9D-4141-9E17-725DD15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Crisp guanciale and freshly ground pepper finish this Roman pasta dish.</a:t>
            </a:r>
          </a:p>
          <a:p xmlns:a="http://schemas.openxmlformats.org/drawingml/2006/main">
            <a:pPr>
              <a:defRPr sz="22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This recipe serves two and takes about 25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4D00F-A23B-4876-B481-07AD048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200 g spaghetti  /  2 servings</a:t>
            </a:r>
          </a:p>
        </p:txBody>
      </p:sp>
    </p:spTree>
    <p:extLst>
      <p:ext uri="{BB962C8B-B14F-4D97-AF65-F5344CB8AC3E}">
        <p14:creationId xmlns:p14="http://schemas.microsoft.com/office/powerpoint/2010/main" val="749144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7CFB0-407F-4A6A-A4C6-80C8E1D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30401-0C47-450A-93FF-59062441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476500"/>
                <a:gridCol w="581025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4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4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43B3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Use dried spaghetti or rigatoni.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small strips.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1 whole egg + 2 yolks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mixing bowl.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50 g + extra to serve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Grate finely. Parmesan is a milder substitute.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½ tsp, plus to taste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Grind freshly.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For pasta water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Use less than usual. Cheese and pork are salty.</a:t>
                      </a:r>
                    </a:p>
                  </a:txBody>
                  <a:tcPr marL="91440" marR="91440" marT="45720" marB="45720">
                    <a:solidFill>
                      <a:srgbClr val="EEEBD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32"/>
                          </a:solidFill>
                          <a:latin typeface="Arial"/>
                          <a:ea typeface="Arial"/>
                          <a:cs typeface="Arial"/>
                        </a:rPr>
                        <a:t>Add only as much as the sauce needs.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EDD94-028A-46A6-9641-1177F3DF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Pancetta can replace guanciale. Its flavor and fat content differ.</a:t>
            </a:r>
          </a:p>
        </p:txBody>
      </p:sp>
    </p:spTree>
    <p:extLst>
      <p:ext uri="{BB962C8B-B14F-4D97-AF65-F5344CB8AC3E}">
        <p14:creationId xmlns:p14="http://schemas.microsoft.com/office/powerpoint/2010/main" val="1246228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CC0E6-2425-4A44-AD31-595835CA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Cooking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72901-D2E8-43E0-991D-1F21DC2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89223-9C3D-4928-98B8-2113A664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5878A-E6A1-42C3-8570-ACE833C2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2D2E-078D-487B-80FE-82532D18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 pasta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193BF-DD56-4C92-A5EB-23E66CC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 pasta water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DCE01-26BE-4E62-8899-5E024A2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95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Toss pasta in pork fat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25BF-ADCD-4828-902C-813C8B3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45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pan from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FDF7C-4605-41F0-8ED2-6DC9FAD0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Add egg mixture and toss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3E279-B1EB-4599-A084-14E3FAA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3B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Adjust sauce and serve</a:t>
            </a:r>
          </a:p>
        </p:txBody>
      </p: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2428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57875" y="2428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428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287000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67750" y="4714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857875" y="4714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048000" y="4714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573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BB32B-0805-4B56-8EE8-885300C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Read across the top, down the right, then back along the bottom.</a:t>
            </a:r>
          </a:p>
        </p:txBody>
      </p:sp>
    </p:spTree>
    <p:extLst>
      <p:ext uri="{BB962C8B-B14F-4D97-AF65-F5344CB8AC3E}">
        <p14:creationId xmlns:p14="http://schemas.microsoft.com/office/powerpoint/2010/main" val="381649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56A5C-79CB-4AB8-A48A-05D3146B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Preparation before cooking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D2BA5-2129-46DA-8BEF-77CD732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4279A-F677-461A-8526-6A147560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Cut and grate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1F104-4B76-42D3-8E52-00786E5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Cut guanciale into small strips. Finely grate the cheese so it blends smoothly.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4FB23-D71B-4F0B-ACC0-10D88E1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Mix the eggs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8D54E-05E8-4B55-AA0D-7CF900CE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Whisk 1 whole egg and 2 yolks with 50 g cheese and ½ tsp black pepper.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2AC76-AD9C-4635-9E7F-09F48B8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Set up the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D2985-BA8E-4A23-990C-E7AC2B7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62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Have tongs, a ladle and a cup ready. Start a pot of water and warm two serving bowls.</a:t>
            </a:r>
          </a:p>
        </p:txBody>
      </p:sp>
    </p:spTree>
    <p:extLst>
      <p:ext uri="{BB962C8B-B14F-4D97-AF65-F5344CB8AC3E}">
        <p14:creationId xmlns:p14="http://schemas.microsoft.com/office/powerpoint/2010/main" val="1941028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6DC23-E16D-4C35-9775-5BED72D3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767C8-A94E-4898-BE77-C7322B8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1BD0E-C996-49F2-AC12-2CFFDBD2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Render gently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28E9A-19AC-46A4-8EED-75AD280A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Start guanciale in a cold skillet. Cook over medium to medium-low heat for about 6–8 minutes, until golden. Keep the rendered fat.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43D81-2BD0-4C07-98DA-853F2B7A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Cook until al 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25E8E-936D-46A6-886E-65B0A69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Salt boiling water lightly. Add 200 g spaghetti and stir. Follow the packet timing and taste for a firm center.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6B28-4E1B-4257-B3C0-6ACEA0D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Save the water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FCB5F-682F-4C7A-B244-A1FFE1E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Before draining, reserve 250 ml cooking water. Toss the hot pasta with the guanciale and its fat.</a:t>
            </a:r>
          </a:p>
        </p:txBody>
      </p:sp>
    </p:spTree>
    <p:extLst>
      <p:ext uri="{BB962C8B-B14F-4D97-AF65-F5344CB8AC3E}">
        <p14:creationId xmlns:p14="http://schemas.microsoft.com/office/powerpoint/2010/main" val="28145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B1675-48FF-48E8-B66B-D07839E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The sauce comes together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9BEF2-8410-4DF0-BD92-B3D9A59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0A3A4-3253-4F75-B1C2-BBAF0D9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The critical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A0CA0-564B-4304-8EF9-78F94A7B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Remove the skillet from the burner. Let strong sizzling stop before adding the egg mixture.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5B05B-743A-4967-B89A-783E6B3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Stir 1–2 tablespoons of warm pasta water into the egg mixture. Pour it over the hot pasta while tossing continuously.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5FEA1-B34F-4D41-9AE2-5ABAA18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Add more pasta water a tablespoon at a time. Keep tossing until the sauce coats the strands and looks glossy.</a:t>
            </a:r>
          </a:p>
        </p:txBody>
      </p:sp>
    </p:spTree>
    <p:extLst>
      <p:ext uri="{BB962C8B-B14F-4D97-AF65-F5344CB8AC3E}">
        <p14:creationId xmlns:p14="http://schemas.microsoft.com/office/powerpoint/2010/main" val="1637147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43BD4-300A-4C10-BF6D-532C6E6B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Texture, seasoning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4577-5828-4D18-90D6-280565F9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9148-147F-4269-9FE0-B00B595C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Glossy and flowing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AE7DB-CA48-4032-9593-B8FBCD2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The sauce should cling to the pasta without forming a stiff paste. A small splash of pasta water loosens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E5A0-2CDA-4127-8105-30F80E29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Taste before salting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CB53-4A19-4A68-A3C1-A0741CE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Pecorino and guanciale bring plenty of salt. Add black pepper and extra cheese to suit your taste.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31E04-4D8E-4168-AA95-DE96517E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Serve immediately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DA3EC-EA32-406E-ACC1-DFD4DB1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625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Divide between two warm bowls. Carbonara thickens as it cools, so bring both portions straight to the table.</a:t>
            </a:r>
          </a:p>
        </p:txBody>
      </p:sp>
    </p:spTree>
    <p:extLst>
      <p:ext uri="{BB962C8B-B14F-4D97-AF65-F5344CB8AC3E}">
        <p14:creationId xmlns:p14="http://schemas.microsoft.com/office/powerpoint/2010/main" val="1109412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323B6-E752-44AB-952E-3BF58AA2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3B32"/>
                </a:solidFill>
                <a:latin typeface="Arial"/>
                <a:ea typeface="Arial"/>
                <a:cs typeface="Arial"/>
              </a:rPr>
              <a:t>Practical 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04C2F-E4DF-4634-8DE6-0B78275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6CD87-41A3-4170-849E-0237F6EC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Eggs turn into curds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CE460-58DE-4AAE-B0E0-FF82EBC6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719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A hot burner or strongly sizzling pan scrambles eggs. Move the pan off the heat before adding the mixture.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12431-AB9A-44CA-8397-E94B5785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Sauce feels dry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C680C-A789-4DFF-8FF7-75AD797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719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Keep the reserved water nearby. Add small splashes while tossing rather than pouring it all in at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1F5BB-330D-4DA1-BDA3-FC3119B4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Cheese forms lumps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D842E-F350-4A14-A29A-535B10D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719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Grate cheese finely and mix it with eggs first. Avoid large shreds or adding cheese in one pile.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8CD56-B1B8-42F9-A1C8-E6D8CC3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7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732"/>
                </a:solidFill>
                <a:latin typeface="Arial"/>
                <a:ea typeface="Arial"/>
                <a:cs typeface="Arial"/>
              </a:rPr>
              <a:t>Pasta tastes too salty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010DB-F17B-414C-B31E-5260D0B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719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B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B32"/>
                </a:solidFill>
                <a:latin typeface="Arial"/>
                <a:ea typeface="Arial"/>
                <a:cs typeface="Arial"/>
              </a:rPr>
              <a:t>Salt the water lightly and taste the finished sauce before adding more salt.</a:t>
            </a:r>
          </a:p>
        </p:txBody>
      </p:sp>
    </p:spTree>
    <p:extLst>
      <p:ext uri="{BB962C8B-B14F-4D97-AF65-F5344CB8AC3E}">
        <p14:creationId xmlns:p14="http://schemas.microsoft.com/office/powerpoint/2010/main" val="1709832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2026-10-03T12:11:07.0540000Z</dcterms:created>
  <dcterms:modified xsi:type="dcterms:W3CDTF">2026-10-03T12:11:07.0550000Z</dcterms:modified>
</coreProperties>
</file>