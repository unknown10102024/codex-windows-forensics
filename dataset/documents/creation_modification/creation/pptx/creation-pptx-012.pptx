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bf5877e504ad2" /><Relationship Type="http://schemas.openxmlformats.org/officeDocument/2006/relationships/extended-properties" Target="/docProps/app.xml" Id="R9afa665eb9674966" /><Relationship Type="http://schemas.openxmlformats.org/officeDocument/2006/relationships/officeDocument" Target="/ppt/presentation.xml" Id="Rb540fa2de3b0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96ec768e14ae2"/>
  </p:sldMasterIdLst>
  <p:notesMasterIdLst>
    <p:notesMasterId xmlns:r="http://schemas.openxmlformats.org/officeDocument/2006/relationships" r:id="R1561768ae14b4e08"/>
  </p:notesMasterIdLst>
  <p:sldIdLst>
    <p:sldId xmlns:r="http://schemas.openxmlformats.org/officeDocument/2006/relationships" id="256" r:id="Rd950b628f7024af4"/>
    <p:sldId xmlns:r="http://schemas.openxmlformats.org/officeDocument/2006/relationships" id="257" r:id="R9d1a5e5a52e84d50"/>
    <p:sldId xmlns:r="http://schemas.openxmlformats.org/officeDocument/2006/relationships" id="258" r:id="R9cfd479d210e4a14"/>
    <p:sldId xmlns:r="http://schemas.openxmlformats.org/officeDocument/2006/relationships" id="259" r:id="R0e5902640810423b"/>
    <p:sldId xmlns:r="http://schemas.openxmlformats.org/officeDocument/2006/relationships" id="260" r:id="Rc7f072e0541c4887"/>
    <p:sldId xmlns:r="http://schemas.openxmlformats.org/officeDocument/2006/relationships" id="261" r:id="Rf2b03e09a8cc4c3c"/>
    <p:sldId xmlns:r="http://schemas.openxmlformats.org/officeDocument/2006/relationships" id="262" r:id="Rfab0b05eb853419a"/>
    <p:sldId xmlns:r="http://schemas.openxmlformats.org/officeDocument/2006/relationships" id="263" r:id="R3c3cbc16153748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ac31c5a774795" /><Relationship Type="http://schemas.openxmlformats.org/officeDocument/2006/relationships/slideMaster" Target="/ppt/slideMasters/slideMaster1.xml" Id="Rff896ec768e14ae2" /><Relationship Type="http://schemas.openxmlformats.org/officeDocument/2006/relationships/notesMaster" Target="/ppt/notesMasters/notesMaster1.xml" Id="R1561768ae14b4e08" /><Relationship Type="http://schemas.openxmlformats.org/officeDocument/2006/relationships/presProps" Target="/ppt/presProps.xml" Id="R500af28d06b84bb8" /><Relationship Type="http://schemas.openxmlformats.org/officeDocument/2006/relationships/tableStyles" Target="/ppt/tableStyles.xml" Id="R78dcf7fbdc114aa0" /><Relationship Type="http://schemas.openxmlformats.org/officeDocument/2006/relationships/slide" Target="/ppt/slides/slide1.xml" Id="Rd950b628f7024af4" /><Relationship Type="http://schemas.openxmlformats.org/officeDocument/2006/relationships/slide" Target="/ppt/slides/slide2.xml" Id="R9d1a5e5a52e84d50" /><Relationship Type="http://schemas.openxmlformats.org/officeDocument/2006/relationships/slide" Target="/ppt/slides/slide3.xml" Id="R9cfd479d210e4a14" /><Relationship Type="http://schemas.openxmlformats.org/officeDocument/2006/relationships/slide" Target="/ppt/slides/slide4.xml" Id="R0e5902640810423b" /><Relationship Type="http://schemas.openxmlformats.org/officeDocument/2006/relationships/slide" Target="/ppt/slides/slide5.xml" Id="Rc7f072e0541c4887" /><Relationship Type="http://schemas.openxmlformats.org/officeDocument/2006/relationships/slide" Target="/ppt/slides/slide6.xml" Id="Rf2b03e09a8cc4c3c" /><Relationship Type="http://schemas.openxmlformats.org/officeDocument/2006/relationships/slide" Target="/ppt/slides/slide7.xml" Id="Rfab0b05eb853419a" /><Relationship Type="http://schemas.openxmlformats.org/officeDocument/2006/relationships/slide" Target="/ppt/slides/slide8.xml" Id="R3c3cbc161537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c329fb64a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12995ebc646fb" /><Relationship Type="http://schemas.openxmlformats.org/officeDocument/2006/relationships/notesMaster" Target="/ppt/notesMasters/notesMaster1.xml" Id="Raf962897a3ec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def0a51694238" /><Relationship Type="http://schemas.openxmlformats.org/officeDocument/2006/relationships/notesMaster" Target="/ppt/notesMasters/notesMaster1.xml" Id="Ra4770520d34743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21d53fd57c4054" /><Relationship Type="http://schemas.openxmlformats.org/officeDocument/2006/relationships/notesMaster" Target="/ppt/notesMasters/notesMaster1.xml" Id="R95f69058bc1349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64987ce6c49b3" /><Relationship Type="http://schemas.openxmlformats.org/officeDocument/2006/relationships/notesMaster" Target="/ppt/notesMasters/notesMaster1.xml" Id="R8848c9d3528a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de1645656d4c1e" /><Relationship Type="http://schemas.openxmlformats.org/officeDocument/2006/relationships/notesMaster" Target="/ppt/notesMasters/notesMaster1.xml" Id="R4253869ba0e54c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956e7b34c643b4" /><Relationship Type="http://schemas.openxmlformats.org/officeDocument/2006/relationships/notesMaster" Target="/ppt/notesMasters/notesMaster1.xml" Id="Ra0e5c74a7a6b47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7464c0cbd4e72" /><Relationship Type="http://schemas.openxmlformats.org/officeDocument/2006/relationships/notesMaster" Target="/ppt/notesMasters/notesMaster1.xml" Id="Rc98a08657626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1dfb633eaf4df9" /><Relationship Type="http://schemas.openxmlformats.org/officeDocument/2006/relationships/notesMaster" Target="/ppt/notesMasters/notesMaster1.xml" Id="R5fb75d297c5d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are a practical two-serving version. Timing is approximate and depends on the pasta and stove. The creamy texture comes from eggs, cheese, rendered pork fat and starchy water.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62560549c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8041e733f4346" /><Relationship Type="http://schemas.openxmlformats.org/officeDocument/2006/relationships/slideLayout" Target="/ppt/slideLayouts/slideLayout1.xml" Id="R4daa1bc26a05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aa1bc26a05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febb8a83a4540" /><Relationship Type="http://schemas.openxmlformats.org/officeDocument/2006/relationships/notesSlide" Target="/ppt/notesSlides/notesSlide1.xml" Id="Rb31096763d8a44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37d8999c249e6" /><Relationship Type="http://schemas.openxmlformats.org/officeDocument/2006/relationships/notesSlide" Target="/ppt/notesSlides/notesSlide2.xml" Id="R825fab68dc1a4d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54fa7153453d" /><Relationship Type="http://schemas.openxmlformats.org/officeDocument/2006/relationships/notesSlide" Target="/ppt/notesSlides/notesSlide3.xml" Id="R90fc8ab7ac1745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5b9405e594ad5" /><Relationship Type="http://schemas.openxmlformats.org/officeDocument/2006/relationships/notesSlide" Target="/ppt/notesSlides/notesSlide4.xml" Id="R5e9755e699764e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8ae62778241ef" /><Relationship Type="http://schemas.openxmlformats.org/officeDocument/2006/relationships/notesSlide" Target="/ppt/notesSlides/notesSlide5.xml" Id="R9cb272a1af8d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d11db1cfa40b7" /><Relationship Type="http://schemas.openxmlformats.org/officeDocument/2006/relationships/notesSlide" Target="/ppt/notesSlides/notesSlide6.xml" Id="Rb0e4dc46b9e642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225fd89754c09" /><Relationship Type="http://schemas.openxmlformats.org/officeDocument/2006/relationships/notesSlide" Target="/ppt/notesSlides/notesSlide7.xml" Id="Rcf4858c37473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a6938d2c444a7" /><Relationship Type="http://schemas.openxmlformats.org/officeDocument/2006/relationships/notesSlide" Target="/ppt/notesSlides/notesSlide8.xml" Id="Rce9fc674820348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8BC8E-3834-45F6-AE6A-DFCDD4AA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B7881-D225-494B-9049-C7B40ACC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4307A-C9E2-4912-B68C-74A1122E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341"/>
                </a:solidFill>
                <a:latin typeface="Arial"/>
                <a:ea typeface="Arial"/>
                <a:cs typeface="Arial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27A8B-C55C-4AE6-80C0-FF60B21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Spaghetti, crisp guanciale and a glossy</a:t>
            </a:r>
          </a:p>
          <a:p xmlns:a="http://schemas.openxmlformats.org/drawingml/2006/main">
            <a:pPr>
              <a:defRPr sz="330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egg-and-cheese sauce.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8CAB5-D05C-4290-9A81-6D0B447B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10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2104470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BF646-9E5F-4CBD-A702-B9AA8273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9D5C7-AF81-49FB-8049-FB366B00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476500"/>
                <a:gridCol w="55245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5263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5263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52634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Use dried pasta.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small strips.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Finely grate. Reserve a little for serving.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½ tsp, plus 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Freshly grind.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lightly.</a:t>
                      </a:r>
                    </a:p>
                  </a:txBody>
                  <a:tcPr marL="91440" marR="91440" marT="45720" marB="45720">
                    <a:solidFill>
                      <a:srgbClr val="F8F5E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E24"/>
                          </a:solidFill>
                          <a:latin typeface="Arial"/>
                          <a:ea typeface="Arial"/>
                          <a:cs typeface="Arial"/>
                        </a:rPr>
                        <a:t>Add only as much as the sauce needs.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D0602-75D6-4BBB-87E7-0BB7A1C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1932754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432CC-F816-4A32-8C3B-3144CFDD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CA91-C58D-4E99-B46B-3DD7E1FF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33321F3B-6A02-4135-A023-22AA65D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Grate, slice and whisk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62A8B112-0CAE-42E9-A7C3-112A93B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2  Render guanciale</a:t>
            </a:r>
          </a:p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Cook gently until crisp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E5B7063F-5F37-4C44-B869-66D79A9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3  Cook spaghetti</a:t>
            </a:r>
          </a:p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Reserve pasta water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10A29540-851F-4BD7-B737-26D48A29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4  Coat the pasta</a:t>
            </a:r>
          </a:p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Toss with pork and fat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605537DE-9F60-4F3A-8813-7F9F0CD9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26341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Add egg mixture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Off heat, toss steadily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DB818820-FCBE-46B2-AD4F-AD31DF6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048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4288">
            <a:solidFill>
              <a:srgbClr val="52634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6  Finish and serve</a:t>
            </a:r>
          </a:p>
          <a:p xmlns:a="http://schemas.openxmlformats.org/drawingml/2006/main">
            <a:pPr algn="ctr"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Loosen, season, plate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14750" y="2524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341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20000" y="2524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341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01250" y="31908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341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20000" y="4810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341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14750" y="4810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341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42596-3AD6-4E5F-9F20-B89DECA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Read across the top, then follow the arrows back along the bottom.</a:t>
            </a:r>
          </a:p>
        </p:txBody>
      </p:sp>
    </p:spTree>
    <p:extLst>
      <p:ext uri="{BB962C8B-B14F-4D97-AF65-F5344CB8AC3E}">
        <p14:creationId xmlns:p14="http://schemas.microsoft.com/office/powerpoint/2010/main" val="2072552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1E7F1-C45B-4693-8F54-9AD519E7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Preparation before cooking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0E8D4-3427-4B28-831F-BDA6F9F4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635E0-B0B4-4A7B-ACD5-E708AEC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54416-501C-4AFD-AFF8-117EFA9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Prepare the ingredients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1B574-DB5D-4E7A-9ED5-5465CF5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Cut guanciale into small strips. Finely grate the cheese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so it melts into the sauce easily.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D9555-BD88-4AC5-B913-F7EC24C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F1AE-240C-4ABE-A41F-5FB6624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Make the 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1BF7B-2345-4C49-B5B9-F1F307C7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Whisk 1 whole egg and 2 yolks with most of the Pecorino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and the black pepper. Keep the bowl beside the stove.</a:t>
            </a:r>
          </a:p>
        </p:txBody>
      </p:sp>
    </p:spTree>
    <p:extLst>
      <p:ext uri="{BB962C8B-B14F-4D97-AF65-F5344CB8AC3E}">
        <p14:creationId xmlns:p14="http://schemas.microsoft.com/office/powerpoint/2010/main" val="1090769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BD4DD-7F59-410C-8A27-D018FC3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F1C23-9D03-49FA-92F3-3877C62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B6699-A653-46F5-9D15-F5A7314C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B4469-2AD3-4548-9D90-F0611A6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Render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3685-058D-4B5B-9CD7-072ED07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57425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Start in a cool, wide pan. Cook over medium-low heat for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5–8 minutes, until golden and crisp. Keep the rendered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BC7E8-D52A-4EE0-B06E-B6667BE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E934D-F132-4B82-AECB-C3EDF40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38975-A538-4510-8B19-34B6C21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Boil in lightly salted water until al dente, following the packet.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Before draining, reserve a mug of cooking water (250 ml).</a:t>
            </a:r>
          </a:p>
        </p:txBody>
      </p:sp>
    </p:spTree>
    <p:extLst>
      <p:ext uri="{BB962C8B-B14F-4D97-AF65-F5344CB8AC3E}">
        <p14:creationId xmlns:p14="http://schemas.microsoft.com/office/powerpoint/2010/main" val="51151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0A16F-CC19-4CCC-91CC-575CE1D0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The sauce comes together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78E6F-3CCA-47C2-8F51-2836997E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7304D-7569-4FCB-BE23-BDEFC91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6369A-287C-41CA-81CC-BE30A2C4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263CF-D197-41D6-A9C3-0C7304A3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Toss hot spaghetti in the guanciale and rendered fat.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Take the pan off the heat and let strong sizzling stop.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D67E3-B84B-49FC-A4E1-713F0DE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40422-19AD-467E-A5C3-7527ACF5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1BF0E-BF27-433F-BE45-B771CB2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Pour in the egg mixture while tossing continuously. Add warm</a:t>
            </a:r>
          </a:p>
          <a:p xmlns:a="http://schemas.openxmlformats.org/drawingml/2006/main">
            <a:pPr>
              <a:defRPr sz="20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pasta water a tablespoon at a time until the sauce looks glossy.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B6F73-2ABE-4BC7-B97F-18FB52E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The goal: a smooth sauce that clings to every strand.</a:t>
            </a:r>
          </a:p>
        </p:txBody>
      </p:sp>
    </p:spTree>
    <p:extLst>
      <p:ext uri="{BB962C8B-B14F-4D97-AF65-F5344CB8AC3E}">
        <p14:creationId xmlns:p14="http://schemas.microsoft.com/office/powerpoint/2010/main" val="1754529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46355-4825-496B-ABFB-FCF2CF3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1EA0-7137-4F00-A3F3-992619EF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685A7-E7EA-483A-AA9D-5568309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Glossy and flowing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257C2-70D5-4CA6-AC9A-C67710F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The sauce should coat the pasta without pooling.</a:t>
            </a:r>
          </a:p>
          <a:p xmlns:a="http://schemas.openxmlformats.org/drawingml/2006/main">
            <a:pPr>
              <a:defRPr sz="23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If it feels tight, add another small splash of pasta water.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8FEAB-B5F3-4828-9281-19323D9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Taste before adding salt. Finish with the reserved Pecorino</a:t>
            </a:r>
          </a:p>
          <a:p xmlns:a="http://schemas.openxmlformats.org/drawingml/2006/main">
            <a:pPr>
              <a:defRPr sz="2325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and extra black pepper, then divide between two warm bowls.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25A53-B432-4624-AD80-2DF4647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Serve immediately. The sauce thickens as it cools.</a:t>
            </a:r>
          </a:p>
        </p:txBody>
      </p:sp>
    </p:spTree>
    <p:extLst>
      <p:ext uri="{BB962C8B-B14F-4D97-AF65-F5344CB8AC3E}">
        <p14:creationId xmlns:p14="http://schemas.microsoft.com/office/powerpoint/2010/main" val="1203859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DE65A-C27C-4CFE-B382-B97655E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E24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3B26-4B3B-4B2F-8228-ECDBF24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7F98E-0052-4DF0-915D-A6F6D57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DAB7C-DB86-4600-8880-F3C4FA0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7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 very hot pan sets the eggs too fast. Add the mixture off heat</a:t>
            </a:r>
          </a:p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and keep the pasta moving.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4D107-36AB-4AB9-8848-47ACC5C1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CCC0A-6BB8-4F76-9A90-9CFCF31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52725"/>
            <a:ext cx="757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Add reserved pasta water in small splashes, tossing after each.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5DDE-9E1A-4E4D-A748-A4FB138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Too much salt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B5482-A035-4D10-B0F1-FC6ECC4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757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Guanciale and Pecorino are salty. Salt the water lightly</a:t>
            </a:r>
          </a:p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and taste the finished pasta before seasoning.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4BC4F-47A2-4BD0-B4FB-A5AE31F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3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341"/>
                </a:solidFill>
                <a:latin typeface="Arial"/>
                <a:ea typeface="Arial"/>
                <a:cs typeface="Arial"/>
              </a:rPr>
              <a:t>Clumps of cheese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80499-03BE-4BDF-8A04-EA103D3C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9675"/>
            <a:ext cx="757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E24"/>
                </a:solidFill>
                <a:latin typeface="Arial"/>
                <a:ea typeface="Arial"/>
                <a:cs typeface="Arial"/>
              </a:rPr>
              <a:t>Use finely grated cheese and whisk it into the eggs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75CBD-B7B7-4C95-83E6-D1C490F5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0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05D"/>
                </a:solidFill>
                <a:latin typeface="Arial"/>
                <a:ea typeface="Arial"/>
                <a:cs typeface="Arial"/>
              </a:rPr>
              <a:t>No cream needed. Eggs, cheese and pasta water create the texture.</a:t>
            </a:r>
          </a:p>
        </p:txBody>
      </p:sp>
    </p:spTree>
    <p:extLst>
      <p:ext uri="{BB962C8B-B14F-4D97-AF65-F5344CB8AC3E}">
        <p14:creationId xmlns:p14="http://schemas.microsoft.com/office/powerpoint/2010/main" val="976473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2026-10-03T09:16:20.1640000Z</dcterms:created>
  <dcterms:modified xsi:type="dcterms:W3CDTF">2026-10-03T09:16:20.1640000Z</dcterms:modified>
</coreProperties>
</file>