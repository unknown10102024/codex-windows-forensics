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816d70884d4501" /><Relationship Type="http://schemas.openxmlformats.org/officeDocument/2006/relationships/extended-properties" Target="/docProps/app.xml" Id="R4f791a934ae2407c" /><Relationship Type="http://schemas.openxmlformats.org/officeDocument/2006/relationships/officeDocument" Target="/ppt/presentation.xml" Id="Rd8cc387b3ce649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af2c0fa1d14e9f"/>
  </p:sldMasterIdLst>
  <p:notesMasterIdLst>
    <p:notesMasterId xmlns:r="http://schemas.openxmlformats.org/officeDocument/2006/relationships" r:id="R270b910e7e544110"/>
  </p:notesMasterIdLst>
  <p:sldIdLst>
    <p:sldId xmlns:r="http://schemas.openxmlformats.org/officeDocument/2006/relationships" id="256" r:id="R3e3a16ee9ad74c63"/>
    <p:sldId xmlns:r="http://schemas.openxmlformats.org/officeDocument/2006/relationships" id="257" r:id="R7f49f4ffcf80408a"/>
    <p:sldId xmlns:r="http://schemas.openxmlformats.org/officeDocument/2006/relationships" id="258" r:id="R5c768ec62b6d4a72"/>
    <p:sldId xmlns:r="http://schemas.openxmlformats.org/officeDocument/2006/relationships" id="259" r:id="R2f3ba687809e4b15"/>
    <p:sldId xmlns:r="http://schemas.openxmlformats.org/officeDocument/2006/relationships" id="260" r:id="R1d772b6718de4fd5"/>
    <p:sldId xmlns:r="http://schemas.openxmlformats.org/officeDocument/2006/relationships" id="261" r:id="Rba2ac084af97463f"/>
    <p:sldId xmlns:r="http://schemas.openxmlformats.org/officeDocument/2006/relationships" id="262" r:id="Rd1bdc8db8f0e4115"/>
    <p:sldId xmlns:r="http://schemas.openxmlformats.org/officeDocument/2006/relationships" id="263" r:id="Rce0df2526b8941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a5dff9d77547d4" /><Relationship Type="http://schemas.openxmlformats.org/officeDocument/2006/relationships/slideMaster" Target="/ppt/slideMasters/slideMaster1.xml" Id="R88af2c0fa1d14e9f" /><Relationship Type="http://schemas.openxmlformats.org/officeDocument/2006/relationships/notesMaster" Target="/ppt/notesMasters/notesMaster1.xml" Id="R270b910e7e544110" /><Relationship Type="http://schemas.openxmlformats.org/officeDocument/2006/relationships/presProps" Target="/ppt/presProps.xml" Id="R7fb35fbb29574823" /><Relationship Type="http://schemas.openxmlformats.org/officeDocument/2006/relationships/tableStyles" Target="/ppt/tableStyles.xml" Id="Re0e0afce980d43c0" /><Relationship Type="http://schemas.openxmlformats.org/officeDocument/2006/relationships/slide" Target="/ppt/slides/slide1.xml" Id="R3e3a16ee9ad74c63" /><Relationship Type="http://schemas.openxmlformats.org/officeDocument/2006/relationships/slide" Target="/ppt/slides/slide2.xml" Id="R7f49f4ffcf80408a" /><Relationship Type="http://schemas.openxmlformats.org/officeDocument/2006/relationships/slide" Target="/ppt/slides/slide3.xml" Id="R5c768ec62b6d4a72" /><Relationship Type="http://schemas.openxmlformats.org/officeDocument/2006/relationships/slide" Target="/ppt/slides/slide4.xml" Id="R2f3ba687809e4b15" /><Relationship Type="http://schemas.openxmlformats.org/officeDocument/2006/relationships/slide" Target="/ppt/slides/slide5.xml" Id="R1d772b6718de4fd5" /><Relationship Type="http://schemas.openxmlformats.org/officeDocument/2006/relationships/slide" Target="/ppt/slides/slide6.xml" Id="Rba2ac084af97463f" /><Relationship Type="http://schemas.openxmlformats.org/officeDocument/2006/relationships/slide" Target="/ppt/slides/slide7.xml" Id="Rd1bdc8db8f0e4115" /><Relationship Type="http://schemas.openxmlformats.org/officeDocument/2006/relationships/slide" Target="/ppt/slides/slide8.xml" Id="Rce0df2526b89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a7eaaa3c784f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eeee65c3ac461c" /><Relationship Type="http://schemas.openxmlformats.org/officeDocument/2006/relationships/notesMaster" Target="/ppt/notesMasters/notesMaster1.xml" Id="R48d550acd9fd42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d789c749494609" /><Relationship Type="http://schemas.openxmlformats.org/officeDocument/2006/relationships/notesMaster" Target="/ppt/notesMasters/notesMaster1.xml" Id="Rb6521acc37d149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3df5ac12844599" /><Relationship Type="http://schemas.openxmlformats.org/officeDocument/2006/relationships/notesMaster" Target="/ppt/notesMasters/notesMaster1.xml" Id="Rb358ff497e0c43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b813492292488a" /><Relationship Type="http://schemas.openxmlformats.org/officeDocument/2006/relationships/notesMaster" Target="/ppt/notesMasters/notesMaster1.xml" Id="Ra28117324b0147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c4eeeb015e48e7" /><Relationship Type="http://schemas.openxmlformats.org/officeDocument/2006/relationships/notesMaster" Target="/ppt/notesMasters/notesMaster1.xml" Id="Re0d208bdc65141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ee7de0d88444b9" /><Relationship Type="http://schemas.openxmlformats.org/officeDocument/2006/relationships/notesMaster" Target="/ppt/notesMasters/notesMaster1.xml" Id="Rf59af66fd6634e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d62984c66840da" /><Relationship Type="http://schemas.openxmlformats.org/officeDocument/2006/relationships/notesMaster" Target="/ppt/notesMasters/notesMaster1.xml" Id="R5bc357b72ccd4c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49d1a0298a40ed" /><Relationship Type="http://schemas.openxmlformats.org/officeDocument/2006/relationships/notesMaster" Target="/ppt/notesMasters/notesMaster1.xml" Id="R6c2e009c52184b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developed for two servings. Technique reference: Good Food, Next level spaghetti carbonara, https://www.bbcgoodfoodme.com/recipes/next-level-spaghetti-carbonara/ (accessed 3 October 2026). Quantities and workflow adapted.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developed for two servings. Technique reference: Good Food, Next level spaghetti carbonara, https://www.bbcgoodfoodme.com/recipes/next-level-spaghetti-carbonara/ (accessed 3 October 2026). Quantities and workflow adapted.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developed for two servings. Technique reference: Good Food, Next level spaghetti carbonara, https://www.bbcgoodfoodme.com/recipes/next-level-spaghetti-carbonara/ (accessed 3 October 2026). Quantities and workflow adapted.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developed for two servings. Technique reference: Good Food, Next level spaghetti carbonara, https://www.bbcgoodfoodme.com/recipes/next-level-spaghetti-carbonara/ (accessed 3 October 2026). Quantities and workflow adapted.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developed for two servings. Technique reference: Good Food, Next level spaghetti carbonara, https://www.bbcgoodfoodme.com/recipes/next-level-spaghetti-carbonara/ (accessed 3 October 2026). Quantities and workflow adapted.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developed for two servings. Technique reference: Good Food, Next level spaghetti carbonara, https://www.bbcgoodfoodme.com/recipes/next-level-spaghetti-carbonara/ (accessed 3 October 2026). Quantities and workflow adapted.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developed for two servings. Technique reference: Good Food, Next level spaghetti carbonara, https://www.bbcgoodfoodme.com/recipes/next-level-spaghetti-carbonara/ (accessed 3 October 2026). Quantities and workflow adapted.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developed for two servings. Technique reference: Good Food, Next level spaghetti carbonara, https://www.bbcgoodfoodme.com/recipes/next-level-spaghetti-carbonara/ (accessed 3 October 2026). Quantities and workflow adapted.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5c6e61a6747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01c3044ddd4bf5" /><Relationship Type="http://schemas.openxmlformats.org/officeDocument/2006/relationships/slideLayout" Target="/ppt/slideLayouts/slideLayout1.xml" Id="R3f4e16f1621146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4e16f1621146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5b263abb443db" /><Relationship Type="http://schemas.openxmlformats.org/officeDocument/2006/relationships/notesSlide" Target="/ppt/notesSlides/notesSlide1.xml" Id="Rb4b26ef518c248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aee9abde843f8" /><Relationship Type="http://schemas.openxmlformats.org/officeDocument/2006/relationships/notesSlide" Target="/ppt/notesSlides/notesSlide2.xml" Id="R8a21580f191a47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e589a13a54f94" /><Relationship Type="http://schemas.openxmlformats.org/officeDocument/2006/relationships/notesSlide" Target="/ppt/notesSlides/notesSlide3.xml" Id="R4c4221a8c7db4a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98f7d765f4b15" /><Relationship Type="http://schemas.openxmlformats.org/officeDocument/2006/relationships/notesSlide" Target="/ppt/notesSlides/notesSlide4.xml" Id="R2fe471f13d994f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1610f9bc04104" /><Relationship Type="http://schemas.openxmlformats.org/officeDocument/2006/relationships/notesSlide" Target="/ppt/notesSlides/notesSlide5.xml" Id="R088d660ff14447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9aff7f33e4568" /><Relationship Type="http://schemas.openxmlformats.org/officeDocument/2006/relationships/notesSlide" Target="/ppt/notesSlides/notesSlide6.xml" Id="R4228e8a02fc647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aee1cfd5548c3" /><Relationship Type="http://schemas.openxmlformats.org/officeDocument/2006/relationships/notesSlide" Target="/ppt/notesSlides/notesSlide7.xml" Id="R63a724b2650c43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9d34d448f4bd7" /><Relationship Type="http://schemas.openxmlformats.org/officeDocument/2006/relationships/notesSlide" Target="/ppt/notesSlides/notesSlide8.xml" Id="R87ef43a1d8c545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FE6A8-CFA9-4B5C-9331-4FF05EAB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82B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6500C-6D10-4670-AF04-CDDD818F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A03E8-482B-413D-AB0F-20C85D69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A creamy pasta supper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99983-D5A1-4AEF-826E-52F36FEB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1000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Eggs, cheese and starchy pasta water make a glossy sauce.</a:t>
            </a:r>
          </a:p>
          <a:p xmlns:a="http://schemas.openxmlformats.org/drawingml/2006/main">
            <a:pPr>
              <a:defRPr sz="240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Crisp guanciale adds a savory finish.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33C1E-8CDE-426F-89ED-496976A8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2 servings     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2133996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C1C75-066E-401C-908C-023D1003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82B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87FA0-F757-46D6-BD2B-9CD102A2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333625"/>
                <a:gridCol w="5686425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263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263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26382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Use dried pasta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E8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E8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Cut into small strips; pancetta also works</a:t>
                      </a:r>
                    </a:p>
                  </a:txBody>
                  <a:tcPr marL="91440" marR="91440" marT="45720" marB="45720">
                    <a:solidFill>
                      <a:srgbClr val="E8EB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Beat together in a bowl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E8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E8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Finely grate; reserve 10 g for serving</a:t>
                      </a:r>
                    </a:p>
                  </a:txBody>
                  <a:tcPr marL="91440" marR="91440" marT="45720" marB="45720">
                    <a:solidFill>
                      <a:srgbClr val="E8EB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½ tsp, plus to finish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Freshly grind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E8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To taste</a:t>
                      </a:r>
                    </a:p>
                  </a:txBody>
                  <a:tcPr marL="91440" marR="91440" marT="45720" marB="45720">
                    <a:solidFill>
                      <a:srgbClr val="E8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Salt the pasta water lightly</a:t>
                      </a:r>
                    </a:p>
                  </a:txBody>
                  <a:tcPr marL="91440" marR="91440" marT="45720" marB="45720">
                    <a:solidFill>
                      <a:srgbClr val="E8EB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82B"/>
                          </a:solidFill>
                          <a:latin typeface="Arial"/>
                          <a:ea typeface="Arial"/>
                          <a:cs typeface="Arial"/>
                        </a:rPr>
                        <a:t>Add only as much as the sauce needs</a:t>
                      </a:r>
                    </a:p>
                  </a:txBody>
                  <a:tcPr marL="91440" marR="91440" marT="45720" marB="45720">
                    <a:solidFill>
                      <a:srgbClr val="FAF6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773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1F2E7-97C2-416B-B5F0-42393B11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82B"/>
                </a:solidFill>
                <a:latin typeface="Arial"/>
                <a:ea typeface="Arial"/>
                <a:cs typeface="Arial"/>
              </a:rPr>
              <a:t>Cooking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1D447-0C24-41DE-BA54-4A048588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5FA90-B398-4A87-9644-32924BBD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9525">
            <a:solidFill>
              <a:srgbClr val="59665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6382B"/>
                </a:solidFill>
                <a:latin typeface="Arial"/>
                <a:ea typeface="Arial"/>
                <a:cs typeface="Arial"/>
              </a:rPr>
              <a:t>1  Prepare</a:t>
            </a:r>
          </a:p>
          <a:p xmlns:a="http://schemas.openxmlformats.org/drawingml/2006/main">
            <a:pPr algn="ctr">
              <a:defRPr sz="210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6382B"/>
                </a:solidFill>
                <a:latin typeface="Arial"/>
                <a:ea typeface="Arial"/>
                <a:cs typeface="Arial"/>
              </a:rPr>
              <a:t>Cut guanciale and grate cheese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719EF-FCF4-4D8D-B99D-21B46BB8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9525">
            <a:solidFill>
              <a:srgbClr val="59665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6382B"/>
                </a:solidFill>
                <a:latin typeface="Arial"/>
                <a:ea typeface="Arial"/>
                <a:cs typeface="Arial"/>
              </a:rPr>
              <a:t>2  Mix</a:t>
            </a:r>
          </a:p>
          <a:p xmlns:a="http://schemas.openxmlformats.org/drawingml/2006/main">
            <a:pPr algn="ctr">
              <a:defRPr sz="210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6382B"/>
                </a:solidFill>
                <a:latin typeface="Arial"/>
                <a:ea typeface="Arial"/>
                <a:cs typeface="Arial"/>
              </a:rPr>
              <a:t>Beat eggs, cheese and pepper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FE8B0-97A9-4815-AD8D-107F13C5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9525">
            <a:solidFill>
              <a:srgbClr val="59665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6382B"/>
                </a:solidFill>
                <a:latin typeface="Arial"/>
                <a:ea typeface="Arial"/>
                <a:cs typeface="Arial"/>
              </a:rPr>
              <a:t>3  Render</a:t>
            </a:r>
          </a:p>
          <a:p xmlns:a="http://schemas.openxmlformats.org/drawingml/2006/main">
            <a:pPr algn="ctr">
              <a:defRPr sz="210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6382B"/>
                </a:solidFill>
                <a:latin typeface="Arial"/>
                <a:ea typeface="Arial"/>
                <a:cs typeface="Arial"/>
              </a:rPr>
              <a:t>Cook guanciale until golden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C04FF-59A0-413B-AE39-3D303454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9525">
            <a:solidFill>
              <a:srgbClr val="59665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6382B"/>
                </a:solidFill>
                <a:latin typeface="Arial"/>
                <a:ea typeface="Arial"/>
                <a:cs typeface="Arial"/>
              </a:rPr>
              <a:t>4  Boil</a:t>
            </a:r>
          </a:p>
          <a:p xmlns:a="http://schemas.openxmlformats.org/drawingml/2006/main">
            <a:pPr algn="ctr">
              <a:defRPr sz="210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6382B"/>
                </a:solidFill>
                <a:latin typeface="Arial"/>
                <a:ea typeface="Arial"/>
                <a:cs typeface="Arial"/>
              </a:rPr>
              <a:t>Cook pasta; reserve water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3EAE4-24A4-4B2D-9FBD-8FC2348D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624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9525">
            <a:solidFill>
              <a:srgbClr val="59665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6382B"/>
                </a:solidFill>
                <a:latin typeface="Arial"/>
                <a:ea typeface="Arial"/>
                <a:cs typeface="Arial"/>
              </a:rPr>
              <a:t>5  Combine</a:t>
            </a:r>
          </a:p>
          <a:p xmlns:a="http://schemas.openxmlformats.org/drawingml/2006/main">
            <a:pPr algn="ctr">
              <a:defRPr sz="210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6382B"/>
                </a:solidFill>
                <a:latin typeface="Arial"/>
                <a:ea typeface="Arial"/>
                <a:cs typeface="Arial"/>
              </a:rPr>
              <a:t>Toss pasta in fat; turn heat 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98927-FAB5-4BE6-923F-A52AD1DD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6382B"/>
          </a:solidFill>
          <a:ln xmlns:a="http://schemas.openxmlformats.org/drawingml/2006/main" w="9525">
            <a:solidFill>
              <a:srgbClr val="59665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FFFFFF"/>
                </a:solidFill>
                <a:latin typeface="Arial"/>
                <a:ea typeface="Arial"/>
                <a:cs typeface="Arial"/>
              </a:rPr>
              <a:t>6  Finish</a:t>
            </a:r>
          </a:p>
          <a:p xmlns:a="http://schemas.openxmlformats.org/drawingml/2006/main">
            <a:pPr algn="ctr"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egg mix, loosen and serve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43350" y="2390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F602F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53350" y="2390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F602F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896475" y="31051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F602F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753350" y="4676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F602F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43350" y="4676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F602F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720F1-069E-4217-802B-1EEA908B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The pasta can boil while the guanciale cooks.</a:t>
            </a:r>
          </a:p>
        </p:txBody>
      </p:sp>
    </p:spTree>
    <p:extLst>
      <p:ext uri="{BB962C8B-B14F-4D97-AF65-F5344CB8AC3E}">
        <p14:creationId xmlns:p14="http://schemas.microsoft.com/office/powerpoint/2010/main" val="482105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E6CB8-DA99-4437-B7C8-9C44CDF5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82B"/>
                </a:solidFill>
                <a:latin typeface="Arial"/>
                <a:ea typeface="Arial"/>
                <a:cs typeface="Arial"/>
              </a:rPr>
              <a:t>Preparation and egg mixture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3EE2C-84F2-4D05-B077-A87D5681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E0A2B-2D5C-406E-96C5-E1FA1F58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Before the heat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B23CB-9FE4-4FBD-BE7C-B6980BB2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Set out a pot, wide frying pan, mixing bowl, tongs and a cup for pasta water.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DE4A4-5C7D-4BA6-8C3F-D7EEB272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Small, even pieces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F16DA-62D5-4840-8332-C8C33705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432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Cut 100 g guanciale into strips. Finely grate 50 g cheese and set 10 g aside.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F74D3-3B18-40E0-97F1-E11F6252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A thick paste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07B1D-2376-486E-9FE3-CA6B9AF8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672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Beat 1 whole egg and 2 yolks with 40 g cheese and ½ tsp black pepper.</a:t>
            </a:r>
          </a:p>
        </p:txBody>
      </p:sp>
    </p:spTree>
    <p:extLst>
      <p:ext uri="{BB962C8B-B14F-4D97-AF65-F5344CB8AC3E}">
        <p14:creationId xmlns:p14="http://schemas.microsoft.com/office/powerpoint/2010/main" val="1825951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E69EC-5732-4F09-9B25-B5DECF08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82B"/>
                </a:solidFill>
                <a:latin typeface="Arial"/>
                <a:ea typeface="Arial"/>
                <a:cs typeface="Arial"/>
              </a:rPr>
              <a:t>Golden guanciale and al dente pasta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B4F87-9BDE-45BC-96A4-51E6602F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86A67-9B28-437F-9970-261DF053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Gentle rendering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E9789-CDDE-46E2-99CB-FAB49E5C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240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Start guanciale in a cold pan. Cook over medium-low heat for 6–8 minutes, stirring, until golden.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76FC1-8447-4E10-B0BF-C655F928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Pasta with a bite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79188-2A35-4756-AA1F-10CF35BE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432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Boil the spaghetti in lightly salted water. Follow the package timing and taste before draining.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581EA-D137-4D81-BD88-9D39A4F9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Water and fat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C43C0-ABB0-4A9F-ADD2-4ABC741C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625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Reserve 250 ml pasta water. Lift pasta into the guanciale pan and toss in the rendered fat.</a:t>
            </a:r>
          </a:p>
        </p:txBody>
      </p:sp>
    </p:spTree>
    <p:extLst>
      <p:ext uri="{BB962C8B-B14F-4D97-AF65-F5344CB8AC3E}">
        <p14:creationId xmlns:p14="http://schemas.microsoft.com/office/powerpoint/2010/main" val="1014348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134DF-10F5-4E67-B362-B547C421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82B"/>
                </a:solidFill>
                <a:latin typeface="Arial"/>
                <a:ea typeface="Arial"/>
                <a:cs typeface="Arial"/>
              </a:rPr>
              <a:t>A glossy sauce, off the 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76CD7-7070-4E59-B043-87C7A931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871B5-CDDC-43E6-914D-19676A80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1  Cool the pan briefly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8978D-5211-4611-B607-5D064E8A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240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Turn off the heat and move the pan off the burner. Wait until vigorous sizzling subsides.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2E921-94CA-42A3-B5C9-8071B54B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2  Toss continuously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3F6BB-5106-404A-BEAD-2106EAD9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95625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Add the egg mixture and toss at once. Residual heat thickens the sauce around the strands.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AB0F4-26FD-4579-AA9C-18B8484D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3  Adjust the texture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9C43A-3A8A-4698-9482-26693B3E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672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Add warm pasta water 1 tablespoon at a time, tossing until the sauce looks glossy and flows.</a:t>
            </a:r>
          </a:p>
        </p:txBody>
      </p:sp>
    </p:spTree>
    <p:extLst>
      <p:ext uri="{BB962C8B-B14F-4D97-AF65-F5344CB8AC3E}">
        <p14:creationId xmlns:p14="http://schemas.microsoft.com/office/powerpoint/2010/main" val="854713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C2E3C-84DB-4786-8FF8-1C39FFA9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82B"/>
                </a:solidFill>
                <a:latin typeface="Arial"/>
                <a:ea typeface="Arial"/>
                <a:cs typeface="Arial"/>
              </a:rPr>
              <a:t>Common mistakes and quick fixes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425EF-DDDE-4158-AA4C-A9EB39DB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91D2A-2966-40FA-8F96-49C789B6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Eggs turn grainy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B9A42-CD7A-4A60-80A1-144214A9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24000"/>
            <a:ext cx="704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The pan is too hot. Remove it from the burner before adding eggs. Curds cannot be fully reversed.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46F2A-A0A8-4D92-8631-AA87419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Sauce feels thick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BA9CB-CF7F-4C0F-B69F-598035C2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57475"/>
            <a:ext cx="704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Add a spoonful of warm pasta water and toss. Repeat only as needed.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B5ED5-C91C-4702-BAAD-F7C27C4D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Pasta tastes too salty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847AB-F0FD-41C2-9CD6-FC224D7C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90950"/>
            <a:ext cx="704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Guanciale and cheese already add salt. Salt the water lightly and taste before seasoning.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E5518-12F2-40AA-A918-DC65D76B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Cheese forms clumps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793CA-B54E-4685-B33C-930377ED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24425"/>
            <a:ext cx="704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Grate it very finely and mix it with the eggs before it touches the hot pasta.</a:t>
            </a:r>
          </a:p>
        </p:txBody>
      </p:sp>
    </p:spTree>
    <p:extLst>
      <p:ext uri="{BB962C8B-B14F-4D97-AF65-F5344CB8AC3E}">
        <p14:creationId xmlns:p14="http://schemas.microsoft.com/office/powerpoint/2010/main" val="1725984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DBE49-0E72-4CF7-BDEC-30CD7BE4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82B"/>
                </a:solidFill>
                <a:latin typeface="Arial"/>
                <a:ea typeface="Arial"/>
                <a:cs typeface="Arial"/>
              </a:rPr>
              <a:t>Serving and final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4322D-90A8-4BD2-A6FF-E01541B5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53DC7-1818-49B8-9CFB-BDA64091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Glossy strands. Crisp guanciale.</a:t>
            </a:r>
          </a:p>
          <a:p xmlns:a="http://schemas.openxmlformats.org/drawingml/2006/main">
            <a:pPr>
              <a:defRPr sz="4050" b="1">
                <a:solidFill>
                  <a:srgbClr val="AF602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AF602F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A64B3-D941-412B-96F4-7D9CBFF2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Divide between two warm bowls. Finish with the reserved</a:t>
            </a:r>
          </a:p>
          <a:p xmlns:a="http://schemas.openxmlformats.org/drawingml/2006/main">
            <a:pPr>
              <a:defRPr sz="2250" b="0">
                <a:solidFill>
                  <a:srgbClr val="2638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82B"/>
                </a:solidFill>
                <a:latin typeface="Arial"/>
                <a:ea typeface="Arial"/>
                <a:cs typeface="Arial"/>
              </a:rPr>
              <a:t>10 g cheese and freshly ground black pepper.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039D9-1F38-42E9-A171-EA9CD8A0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The sauce thickens as it stands. Keep a little pasta water</a:t>
            </a:r>
          </a:p>
          <a:p xmlns:a="http://schemas.openxmlformats.org/drawingml/2006/main">
            <a:pPr>
              <a:defRPr sz="1950" b="0">
                <a:solidFill>
                  <a:srgbClr val="59665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96653"/>
                </a:solidFill>
                <a:latin typeface="Arial"/>
                <a:ea typeface="Arial"/>
                <a:cs typeface="Arial"/>
              </a:rPr>
              <a:t>nearby for one last adjustment before serving.</a:t>
            </a:r>
          </a:p>
        </p:txBody>
      </p:sp>
    </p:spTree>
    <p:extLst>
      <p:ext uri="{BB962C8B-B14F-4D97-AF65-F5344CB8AC3E}">
        <p14:creationId xmlns:p14="http://schemas.microsoft.com/office/powerpoint/2010/main" val="518634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2026-10-03T09:38:25.0100000Z</dcterms:created>
  <dcterms:modified xsi:type="dcterms:W3CDTF">2026-10-03T09:38:25.0100000Z</dcterms:modified>
</coreProperties>
</file>