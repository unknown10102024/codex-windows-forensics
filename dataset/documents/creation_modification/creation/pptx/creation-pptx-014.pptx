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a3989160f4d68" /><Relationship Type="http://schemas.openxmlformats.org/officeDocument/2006/relationships/extended-properties" Target="/docProps/app.xml" Id="Ra066478490f34649" /><Relationship Type="http://schemas.openxmlformats.org/officeDocument/2006/relationships/officeDocument" Target="/ppt/presentation.xml" Id="R419fad6d0936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41e13b3724cfd"/>
  </p:sldMasterIdLst>
  <p:notesMasterIdLst>
    <p:notesMasterId xmlns:r="http://schemas.openxmlformats.org/officeDocument/2006/relationships" r:id="Rc00511fb03b64251"/>
  </p:notesMasterIdLst>
  <p:sldIdLst>
    <p:sldId xmlns:r="http://schemas.openxmlformats.org/officeDocument/2006/relationships" id="256" r:id="R2bbb5938642f4edd"/>
    <p:sldId xmlns:r="http://schemas.openxmlformats.org/officeDocument/2006/relationships" id="257" r:id="R24e24ef8d6804d44"/>
    <p:sldId xmlns:r="http://schemas.openxmlformats.org/officeDocument/2006/relationships" id="258" r:id="R59e12ea2e3364e69"/>
    <p:sldId xmlns:r="http://schemas.openxmlformats.org/officeDocument/2006/relationships" id="259" r:id="R61dde060d8904aa2"/>
    <p:sldId xmlns:r="http://schemas.openxmlformats.org/officeDocument/2006/relationships" id="260" r:id="R276f06599173464d"/>
    <p:sldId xmlns:r="http://schemas.openxmlformats.org/officeDocument/2006/relationships" id="261" r:id="Rc3228237b9844aae"/>
    <p:sldId xmlns:r="http://schemas.openxmlformats.org/officeDocument/2006/relationships" id="262" r:id="R3564a74fb2e241d4"/>
    <p:sldId xmlns:r="http://schemas.openxmlformats.org/officeDocument/2006/relationships" id="263" r:id="R139fa92cc2784e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37b4e9bea845b7" /><Relationship Type="http://schemas.openxmlformats.org/officeDocument/2006/relationships/slideMaster" Target="/ppt/slideMasters/slideMaster1.xml" Id="R42141e13b3724cfd" /><Relationship Type="http://schemas.openxmlformats.org/officeDocument/2006/relationships/notesMaster" Target="/ppt/notesMasters/notesMaster1.xml" Id="Rc00511fb03b64251" /><Relationship Type="http://schemas.openxmlformats.org/officeDocument/2006/relationships/presProps" Target="/ppt/presProps.xml" Id="Ra1a1c018d9bf41bc" /><Relationship Type="http://schemas.openxmlformats.org/officeDocument/2006/relationships/tableStyles" Target="/ppt/tableStyles.xml" Id="Rf21e94ff0eca4b97" /><Relationship Type="http://schemas.openxmlformats.org/officeDocument/2006/relationships/slide" Target="/ppt/slides/slide1.xml" Id="R2bbb5938642f4edd" /><Relationship Type="http://schemas.openxmlformats.org/officeDocument/2006/relationships/slide" Target="/ppt/slides/slide2.xml" Id="R24e24ef8d6804d44" /><Relationship Type="http://schemas.openxmlformats.org/officeDocument/2006/relationships/slide" Target="/ppt/slides/slide3.xml" Id="R59e12ea2e3364e69" /><Relationship Type="http://schemas.openxmlformats.org/officeDocument/2006/relationships/slide" Target="/ppt/slides/slide4.xml" Id="R61dde060d8904aa2" /><Relationship Type="http://schemas.openxmlformats.org/officeDocument/2006/relationships/slide" Target="/ppt/slides/slide5.xml" Id="R276f06599173464d" /><Relationship Type="http://schemas.openxmlformats.org/officeDocument/2006/relationships/slide" Target="/ppt/slides/slide6.xml" Id="Rc3228237b9844aae" /><Relationship Type="http://schemas.openxmlformats.org/officeDocument/2006/relationships/slide" Target="/ppt/slides/slide7.xml" Id="R3564a74fb2e241d4" /><Relationship Type="http://schemas.openxmlformats.org/officeDocument/2006/relationships/slide" Target="/ppt/slides/slide8.xml" Id="R139fa92cc278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02d9a7a1e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52a3c64bc414f" /><Relationship Type="http://schemas.openxmlformats.org/officeDocument/2006/relationships/notesMaster" Target="/ppt/notesMasters/notesMaster1.xml" Id="Rc9a5fb8e55314e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160c6e4780485c" /><Relationship Type="http://schemas.openxmlformats.org/officeDocument/2006/relationships/notesMaster" Target="/ppt/notesMasters/notesMaster1.xml" Id="R40af08f6493c40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ccf1cd80b4468" /><Relationship Type="http://schemas.openxmlformats.org/officeDocument/2006/relationships/notesMaster" Target="/ppt/notesMasters/notesMaster1.xml" Id="Rd47afecdc2f649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4c6a33b084632" /><Relationship Type="http://schemas.openxmlformats.org/officeDocument/2006/relationships/notesMaster" Target="/ppt/notesMasters/notesMaster1.xml" Id="R79f7a18a09584a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bd88c16e0f4a0e" /><Relationship Type="http://schemas.openxmlformats.org/officeDocument/2006/relationships/notesMaster" Target="/ppt/notesMasters/notesMaster1.xml" Id="R47733b4d6e3b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719dca2474425" /><Relationship Type="http://schemas.openxmlformats.org/officeDocument/2006/relationships/notesMaster" Target="/ppt/notesMasters/notesMaster1.xml" Id="Rd1bd3834fa4644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89e0265bb54c7a" /><Relationship Type="http://schemas.openxmlformats.org/officeDocument/2006/relationships/notesMaster" Target="/ppt/notesMasters/notesMaster1.xml" Id="R2c662751171e49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1bda7cff0047a8" /><Relationship Type="http://schemas.openxmlformats.org/officeDocument/2006/relationships/notesMaster" Target="/ppt/notesMasters/notesMaster1.xml" Id="Rab23c37be1fc4b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73d78f225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1c5f3293e4537" /><Relationship Type="http://schemas.openxmlformats.org/officeDocument/2006/relationships/slideLayout" Target="/ppt/slideLayouts/slideLayout1.xml" Id="Rb21635e1acc440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635e1acc440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2896f9b4d4f2c" /><Relationship Type="http://schemas.openxmlformats.org/officeDocument/2006/relationships/notesSlide" Target="/ppt/notesSlides/notesSlide1.xml" Id="R7417f83ef93945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d8a3c0015411a" /><Relationship Type="http://schemas.openxmlformats.org/officeDocument/2006/relationships/notesSlide" Target="/ppt/notesSlides/notesSlide2.xml" Id="Redceb6d082f547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137d0d33042f4" /><Relationship Type="http://schemas.openxmlformats.org/officeDocument/2006/relationships/notesSlide" Target="/ppt/notesSlides/notesSlide3.xml" Id="Rc3518c684b5e4b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e01c8918a41b9" /><Relationship Type="http://schemas.openxmlformats.org/officeDocument/2006/relationships/notesSlide" Target="/ppt/notesSlides/notesSlide4.xml" Id="Rae81999d6cbc4c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3ae176ca543aa" /><Relationship Type="http://schemas.openxmlformats.org/officeDocument/2006/relationships/notesSlide" Target="/ppt/notesSlides/notesSlide5.xml" Id="R26be2e931f8c45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8cf9365b44409" /><Relationship Type="http://schemas.openxmlformats.org/officeDocument/2006/relationships/notesSlide" Target="/ppt/notesSlides/notesSlide6.xml" Id="R0dcdb6242fd54d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dad227a6b47f1" /><Relationship Type="http://schemas.openxmlformats.org/officeDocument/2006/relationships/notesSlide" Target="/ppt/notesSlides/notesSlide7.xml" Id="R556addf6cb28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73071bceb4537" /><Relationship Type="http://schemas.openxmlformats.org/officeDocument/2006/relationships/notesSlide" Target="/ppt/notesSlides/notesSlide8.xml" Id="R00e7ac1f090242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747EC-BFAB-42DE-9C81-13590552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CDA9E-3A12-4811-9A2F-517F3049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7C2AF-CAFB-490E-BE24-AA914B05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CARBONARA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09F7B-1BB5-4EFF-B7E2-1A19C1F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280A1-28CB-43F7-9200-870014C6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 Roman pasta dish with crisp guanciale, Pecorino Romano</a:t>
            </a:r>
          </a:p>
          <a:p xmlns:a="http://schemas.openxmlformats.org/drawingml/2006/main">
            <a:pPr>
              <a:defRPr sz="22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and a silky egg sauce.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D7F5-45E4-4015-BD25-19369B83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09810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43280-13FF-4EEE-89DC-1D3378D8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D8D00-752A-415E-B641-13801CE8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476500"/>
                <a:gridCol w="542925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596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5964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59644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Use dried pasta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Remove rind, cut into small strips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Finely grate, reserve a little to finish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½ tsp, plus to finish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To taste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</a:t>
                      </a:r>
                    </a:p>
                  </a:txBody>
                  <a:tcPr marL="91440" marR="91440" marT="45720" marB="45720">
                    <a:solidFill>
                      <a:srgbClr val="FAF5E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Add only as much as the sauce needs</a:t>
                      </a:r>
                    </a:p>
                  </a:txBody>
                  <a:tcPr marL="91440" marR="91440" marT="45720" marB="45720">
                    <a:solidFill>
                      <a:srgbClr val="FFFC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A482A-8CA5-4E24-BB9D-87EE8DAF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Pancetta can replace guanciale if needed. The flavor will be different.</a:t>
            </a:r>
          </a:p>
        </p:txBody>
      </p:sp>
    </p:spTree>
    <p:extLst>
      <p:ext uri="{BB962C8B-B14F-4D97-AF65-F5344CB8AC3E}">
        <p14:creationId xmlns:p14="http://schemas.microsoft.com/office/powerpoint/2010/main" val="317299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6EC1A-6A04-4F42-90DF-975F1E88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D2A77-7B98-43B9-8CA5-497A83B7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F3377-18F2-4DB5-8A79-9A2A451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EADB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Cut pork, grate cheese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EBC79-1E0C-40B1-ABB1-EC27250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EADB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2  Render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 guanciale gently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97500-7891-46C0-88D7-4245192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EADB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3  Boil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 pasta al dente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31FF3-49FD-4A69-941D-7CFAB20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EADB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4  Combine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Toss pasta in pork fat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8771D-E15A-4398-9678-6E855D0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AD5BA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5  Emulsify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Add egg mix off heat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8C91A-C871-4AB2-BFB6-E433FF4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238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FEADB"/>
          </a:solidFill>
          <a:ln xmlns:a="http://schemas.openxmlformats.org/drawingml/2006/main" w="14288">
            <a:solidFill>
              <a:srgbClr val="596447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6  Serve</a:t>
            </a:r>
          </a:p>
          <a:p xmlns:a="http://schemas.openxmlformats.org/drawingml/2006/main">
            <a:pPr algn="ctr">
              <a:defRPr sz="2025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92D24"/>
                </a:solidFill>
                <a:latin typeface="Arial"/>
                <a:ea typeface="Arial"/>
                <a:cs typeface="Arial"/>
              </a:rPr>
              <a:t>Finish and eat at once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2452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36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15250" y="245268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36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906000" y="30956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36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15250" y="46434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36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4643438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C5736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6C5984-4723-4178-BF82-7F88D112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Prepare the egg mixture before the pasta finishes cooking.</a:t>
            </a:r>
          </a:p>
        </p:txBody>
      </p:sp>
    </p:spTree>
    <p:extLst>
      <p:ext uri="{BB962C8B-B14F-4D97-AF65-F5344CB8AC3E}">
        <p14:creationId xmlns:p14="http://schemas.microsoft.com/office/powerpoint/2010/main" val="85935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0FC26-5C7F-4B0C-9712-4536F197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6395-B9AA-4C1C-BDA8-ED27575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356B7-0273-43FE-A178-0E450A7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56244-BB1A-4BE8-AC6A-0EDD3C61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668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Pork and cheese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B9983-C09B-48EB-930E-9B265F41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Cut the guanciale into small, even strips. Finely grate the cheese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so it blends smoothly into the sauce.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C0BAE-F7BB-457E-A5AE-13710C9A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619EA-EA89-485C-A48D-1AB4C67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194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B6F7F-7FFC-4DE3-B123-728272D0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4335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Whisk 1 whole egg with 2 yolks, most of the Pecorino and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½ teaspoon of black pepper.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2494C8-D744-4433-B81E-3E9C820E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Equipment: large pot, wide frying pan, bowl, whisk, tongs and a mug.</a:t>
            </a:r>
          </a:p>
        </p:txBody>
      </p:sp>
    </p:spTree>
    <p:extLst>
      <p:ext uri="{BB962C8B-B14F-4D97-AF65-F5344CB8AC3E}">
        <p14:creationId xmlns:p14="http://schemas.microsoft.com/office/powerpoint/2010/main" val="4565783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00087-DE9F-4EFB-8553-343196F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Guanciale and pasta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56E80-639D-4DD7-A410-456BF723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4EAE4-113E-4EF7-A46C-97D61BF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D2542-5C53-497E-8A0D-1B80A9B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8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Render the guanciale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8D56B-611E-44AA-9CFE-DF438630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0502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Start in a cold, dry pan. Cook over medium-low heat for about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6–8 minutes, until golden and crisp. Keep the rendered fat.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2327C-EDD5-46A2-9C9C-CFB6A8BC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2A67B-6AF9-4CC1-AC66-F99DB067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909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 the spaghetti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00F88-02EA-4FE6-9098-A68CB9CE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1477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Boil in lightly salted water until al dente, following the packet.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Before draining, scoop out 250 ml of the cooking water.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CBEE7-397B-4B2E-ADEC-7E23FAE0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3882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Cook the pasta while the guanciale renders. Stir both as needed.</a:t>
            </a:r>
          </a:p>
        </p:txBody>
      </p:sp>
    </p:spTree>
    <p:extLst>
      <p:ext uri="{BB962C8B-B14F-4D97-AF65-F5344CB8AC3E}">
        <p14:creationId xmlns:p14="http://schemas.microsoft.com/office/powerpoint/2010/main" val="1437306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15691-D8D1-42C7-8619-4314A491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The sauce comes together off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E94D9-2EA1-4F4C-9805-BE57797F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1CD57-5DB1-4628-9815-29E83D8D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0F7FC-97FB-4132-9D25-2A2FDBCC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52575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0D989-3610-4095-9ED7-28D97267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7645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Toss the hot spaghetti with the guanciale and its fat.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Remove the pan from the heat and let strong sizzling subside.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7475F-0DAB-4893-BDA7-F3D4508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1E128-FD70-485D-8A75-2D889AE5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147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D27B0-7EFA-43FE-AE9C-B4BE6F02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38575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Pour in the egg mixture while tossing continuously. Add pasta</a:t>
            </a:r>
          </a:p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water a tablespoon at a time until the sauce turns glossy.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7F0FA-5960-4CE6-A07B-E7D1A206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C5736"/>
                </a:solidFill>
                <a:latin typeface="Arial"/>
                <a:ea typeface="Arial"/>
                <a:cs typeface="Arial"/>
              </a:rPr>
              <a:t>Residual heat thickens the eggs. Direct high heat can scramble them.</a:t>
            </a:r>
          </a:p>
        </p:txBody>
      </p:sp>
    </p:spTree>
    <p:extLst>
      <p:ext uri="{BB962C8B-B14F-4D97-AF65-F5344CB8AC3E}">
        <p14:creationId xmlns:p14="http://schemas.microsoft.com/office/powerpoint/2010/main" val="146286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DA116-B568-4DCB-BE10-BFBE5C48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Texture and serving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9D1CE-EA73-4494-91D2-BB382D6E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92207-81C0-4F7D-A09B-87122E85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191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96447"/>
                </a:solidFill>
                <a:latin typeface="Arial"/>
                <a:ea typeface="Arial"/>
                <a:cs typeface="Arial"/>
              </a:rPr>
              <a:t>Glossy sauce,</a:t>
            </a:r>
          </a:p>
          <a:p xmlns:a="http://schemas.openxmlformats.org/drawingml/2006/main">
            <a:pPr>
              <a:defRPr sz="4050" b="1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96447"/>
                </a:solidFill>
                <a:latin typeface="Arial"/>
                <a:ea typeface="Arial"/>
                <a:cs typeface="Arial"/>
              </a:rPr>
              <a:t>loosely coating</a:t>
            </a:r>
          </a:p>
          <a:p xmlns:a="http://schemas.openxmlformats.org/drawingml/2006/main">
            <a:pPr>
              <a:defRPr sz="4050" b="1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596447"/>
                </a:solidFill>
                <a:latin typeface="Arial"/>
                <a:ea typeface="Arial"/>
                <a:cs typeface="Arial"/>
              </a:rPr>
              <a:t>each strand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27EB4-126F-4E51-8C44-805CBB68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Too thick?</a:t>
            </a:r>
          </a:p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Toss in a little more warm pasta water.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6C468-C06E-42DA-B687-4BA325C9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Too loose?</a:t>
            </a:r>
          </a:p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Keep tossing briefly until the sauce</a:t>
            </a:r>
          </a:p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thickens and coats the pasta.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FC621-2926-4D38-A78B-FD65B1E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Divide between two warm bowls. Finish with the reserved cheese</a:t>
            </a:r>
          </a:p>
          <a:p xmlns:a="http://schemas.openxmlformats.org/drawingml/2006/main">
            <a:pPr>
              <a:defRPr sz="21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and more black pepper. Serve immediately.</a:t>
            </a:r>
          </a:p>
        </p:txBody>
      </p:sp>
    </p:spTree>
    <p:extLst>
      <p:ext uri="{BB962C8B-B14F-4D97-AF65-F5344CB8AC3E}">
        <p14:creationId xmlns:p14="http://schemas.microsoft.com/office/powerpoint/2010/main" val="2059349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F2F56-BFA5-4D63-935D-C1002A6B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Common mistakes to avoid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27788-EAF7-4BAE-8BE7-9939088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2133-08E4-42AA-BAB4-0679EDC7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C5736"/>
                </a:solidFill>
                <a:latin typeface="Arial"/>
                <a:ea typeface="Arial"/>
                <a:cs typeface="Arial"/>
              </a:rPr>
              <a:t>Adding eggs over high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4F651-37CC-427A-B35D-C358C4A3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812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Move the pan off the burner before mixing.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D59BE-325B-465F-B501-9D261E12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C5736"/>
                </a:solidFill>
                <a:latin typeface="Arial"/>
                <a:ea typeface="Arial"/>
                <a:cs typeface="Arial"/>
              </a:rPr>
              <a:t>Draining every drop of water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C795-7EE8-45ED-A2F3-DBF47F2E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Reserve a mugful before draining the pasta.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E214E-B680-4328-80B7-7D876B8E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C5736"/>
                </a:solidFill>
                <a:latin typeface="Arial"/>
                <a:ea typeface="Arial"/>
                <a:cs typeface="Arial"/>
              </a:rPr>
              <a:t>Over-salting 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74E5F-0804-40B9-B0B1-7644DE4A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Guanciale and Pecorino already bring plenty of salt.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4401B-B7DE-41BA-9A75-566930F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C57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C5736"/>
                </a:solidFill>
                <a:latin typeface="Arial"/>
                <a:ea typeface="Arial"/>
                <a:cs typeface="Arial"/>
              </a:rPr>
              <a:t>Using coarse cheese or waiting to 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7C250-D0F7-4909-802D-9B32A939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Grate finely and have the bowls ready before you finish.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932D5-247D-4F0F-AC66-46423C93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4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447"/>
                </a:solidFill>
                <a:latin typeface="Arial"/>
                <a:ea typeface="Arial"/>
                <a:cs typeface="Arial"/>
              </a:rPr>
              <a:t>Cream is unnecessary: eggs, cheese and starchy water create the sauce.</a:t>
            </a:r>
          </a:p>
        </p:txBody>
      </p:sp>
    </p:spTree>
    <p:extLst>
      <p:ext uri="{BB962C8B-B14F-4D97-AF65-F5344CB8AC3E}">
        <p14:creationId xmlns:p14="http://schemas.microsoft.com/office/powerpoint/2010/main" val="13228276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2026-10-03T09:21:52.6030000Z</dcterms:created>
  <dcterms:modified xsi:type="dcterms:W3CDTF">2026-10-03T09:21:52.6030000Z</dcterms:modified>
</coreProperties>
</file>