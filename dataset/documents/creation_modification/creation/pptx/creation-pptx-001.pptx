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f35117a1e6449d" /><Relationship Type="http://schemas.openxmlformats.org/officeDocument/2006/relationships/extended-properties" Target="/docProps/app.xml" Id="R407059b94e024921" /><Relationship Type="http://schemas.openxmlformats.org/officeDocument/2006/relationships/officeDocument" Target="/ppt/presentation.xml" Id="R365f51a89e7f47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300a85240340e4"/>
  </p:sldMasterIdLst>
  <p:notesMasterIdLst>
    <p:notesMasterId xmlns:r="http://schemas.openxmlformats.org/officeDocument/2006/relationships" r:id="Rcb16da0ba0d94fc6"/>
  </p:notesMasterIdLst>
  <p:sldIdLst>
    <p:sldId xmlns:r="http://schemas.openxmlformats.org/officeDocument/2006/relationships" id="256" r:id="R3737f5aaef644a48"/>
    <p:sldId xmlns:r="http://schemas.openxmlformats.org/officeDocument/2006/relationships" id="257" r:id="R45a1f636b64349d0"/>
    <p:sldId xmlns:r="http://schemas.openxmlformats.org/officeDocument/2006/relationships" id="258" r:id="R6ed853929a8b42a1"/>
    <p:sldId xmlns:r="http://schemas.openxmlformats.org/officeDocument/2006/relationships" id="259" r:id="Rcde1c3803acb46dd"/>
    <p:sldId xmlns:r="http://schemas.openxmlformats.org/officeDocument/2006/relationships" id="260" r:id="R053bd7dde0534397"/>
    <p:sldId xmlns:r="http://schemas.openxmlformats.org/officeDocument/2006/relationships" id="261" r:id="Re5b27dbe1e604cd9"/>
    <p:sldId xmlns:r="http://schemas.openxmlformats.org/officeDocument/2006/relationships" id="262" r:id="Ra5ba1f1c7a784d84"/>
    <p:sldId xmlns:r="http://schemas.openxmlformats.org/officeDocument/2006/relationships" id="263" r:id="R7d6e4c1e168b45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c50d2fb604f76" /><Relationship Type="http://schemas.openxmlformats.org/officeDocument/2006/relationships/slideMaster" Target="/ppt/slideMasters/slideMaster1.xml" Id="Red300a85240340e4" /><Relationship Type="http://schemas.openxmlformats.org/officeDocument/2006/relationships/notesMaster" Target="/ppt/notesMasters/notesMaster1.xml" Id="Rcb16da0ba0d94fc6" /><Relationship Type="http://schemas.openxmlformats.org/officeDocument/2006/relationships/presProps" Target="/ppt/presProps.xml" Id="R9f0afcf8c0904e9a" /><Relationship Type="http://schemas.openxmlformats.org/officeDocument/2006/relationships/tableStyles" Target="/ppt/tableStyles.xml" Id="R9da9e14acf45450a" /><Relationship Type="http://schemas.openxmlformats.org/officeDocument/2006/relationships/slide" Target="/ppt/slides/slide1.xml" Id="R3737f5aaef644a48" /><Relationship Type="http://schemas.openxmlformats.org/officeDocument/2006/relationships/slide" Target="/ppt/slides/slide2.xml" Id="R45a1f636b64349d0" /><Relationship Type="http://schemas.openxmlformats.org/officeDocument/2006/relationships/slide" Target="/ppt/slides/slide3.xml" Id="R6ed853929a8b42a1" /><Relationship Type="http://schemas.openxmlformats.org/officeDocument/2006/relationships/slide" Target="/ppt/slides/slide4.xml" Id="Rcde1c3803acb46dd" /><Relationship Type="http://schemas.openxmlformats.org/officeDocument/2006/relationships/slide" Target="/ppt/slides/slide5.xml" Id="R053bd7dde0534397" /><Relationship Type="http://schemas.openxmlformats.org/officeDocument/2006/relationships/slide" Target="/ppt/slides/slide6.xml" Id="Re5b27dbe1e604cd9" /><Relationship Type="http://schemas.openxmlformats.org/officeDocument/2006/relationships/slide" Target="/ppt/slides/slide7.xml" Id="Ra5ba1f1c7a784d84" /><Relationship Type="http://schemas.openxmlformats.org/officeDocument/2006/relationships/slide" Target="/ppt/slides/slide8.xml" Id="R7d6e4c1e168b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daecec4bdd46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0b2bae1e234d97" /><Relationship Type="http://schemas.openxmlformats.org/officeDocument/2006/relationships/notesMaster" Target="/ppt/notesMasters/notesMaster1.xml" Id="Ra134bf9d2a3b4e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3a671196c45c3" /><Relationship Type="http://schemas.openxmlformats.org/officeDocument/2006/relationships/notesMaster" Target="/ppt/notesMasters/notesMaster1.xml" Id="R624c588a693e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0ec714fb3f4ff1" /><Relationship Type="http://schemas.openxmlformats.org/officeDocument/2006/relationships/notesMaster" Target="/ppt/notesMasters/notesMaster1.xml" Id="R91ee5dec81724e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5cb5ecf977469c" /><Relationship Type="http://schemas.openxmlformats.org/officeDocument/2006/relationships/notesMaster" Target="/ppt/notesMasters/notesMaster1.xml" Id="Rb3abfb2abf92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9c2c0cb99a4da4" /><Relationship Type="http://schemas.openxmlformats.org/officeDocument/2006/relationships/notesMaster" Target="/ppt/notesMasters/notesMaster1.xml" Id="R38c6c58d823647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a9f7c5e48343a1" /><Relationship Type="http://schemas.openxmlformats.org/officeDocument/2006/relationships/notesMaster" Target="/ppt/notesMasters/notesMaster1.xml" Id="R93c3ff23ed7e43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262de09a214042" /><Relationship Type="http://schemas.openxmlformats.org/officeDocument/2006/relationships/notesMaster" Target="/ppt/notesMasters/notesMaster1.xml" Id="Re6dc92b81dc348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8c8b8620554f7f" /><Relationship Type="http://schemas.openxmlformats.org/officeDocument/2006/relationships/notesMaster" Target="/ppt/notesMasters/notesMaster1.xml" Id="Rcce6ac84ed9449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 xmlns:a="http://schemas.openxmlformats.org/drawingml/2006/main">
            <a:r>
              <a:t>Cover image: AI-generated food photograph created for this presentation with the built-in image generation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 xmlns:a="http://schemas.openxmlformats.org/drawingml/2006/main">
            <a:r>
              <a:t>Egg handling reference: https://www.fda.gov/food/buy-store-serve-safe-food/what-you-need-know-about-egg-safety . Residual heat alone is not a verified pasteurization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 xmlns:a="http://schemas.openxmlformats.org/drawingml/2006/main">
            <a:r>
              <a:t>Timings are approximate and depend on the thickness of guanciale and the stove. If the guanciale finishes before the pasta, turn off its heat. Pasta may cook while guanciale renders.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85b14247b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feebf06a140c6" /><Relationship Type="http://schemas.openxmlformats.org/officeDocument/2006/relationships/slideLayout" Target="/ppt/slideLayouts/slideLayout1.xml" Id="R0471ae1f2dfd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71ae1f2dfd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a21f1d4f24521" /><Relationship Type="http://schemas.openxmlformats.org/officeDocument/2006/relationships/image" Target="/ppt/media/image.png" Id="R80228c1de9e34db0" /><Relationship Type="http://schemas.openxmlformats.org/officeDocument/2006/relationships/notesSlide" Target="/ppt/notesSlides/notesSlide1.xml" Id="R399213381ed44e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6333a4d49461e" /><Relationship Type="http://schemas.openxmlformats.org/officeDocument/2006/relationships/notesSlide" Target="/ppt/notesSlides/notesSlide2.xml" Id="R218dd2c9e3d444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dcbfd4ea3439b" /><Relationship Type="http://schemas.openxmlformats.org/officeDocument/2006/relationships/notesSlide" Target="/ppt/notesSlides/notesSlide3.xml" Id="Rbffe54c216104e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4ce94bc004545" /><Relationship Type="http://schemas.openxmlformats.org/officeDocument/2006/relationships/notesSlide" Target="/ppt/notesSlides/notesSlide4.xml" Id="R703712e3b667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343bcae65447c" /><Relationship Type="http://schemas.openxmlformats.org/officeDocument/2006/relationships/notesSlide" Target="/ppt/notesSlides/notesSlide5.xml" Id="Raf227b0324bd4d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1cca5c15f4922" /><Relationship Type="http://schemas.openxmlformats.org/officeDocument/2006/relationships/notesSlide" Target="/ppt/notesSlides/notesSlide6.xml" Id="R97636506685f41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b19325ab4489d" /><Relationship Type="http://schemas.openxmlformats.org/officeDocument/2006/relationships/notesSlide" Target="/ppt/notesSlides/notesSlide7.xml" Id="Ra5609553693a44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9c9bb44c14ee9" /><Relationship Type="http://schemas.openxmlformats.org/officeDocument/2006/relationships/notesSlide" Target="/ppt/notesSlides/notesSlide8.xml" Id="R317b4ddebe9545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28c1de9e34db0"/>
          <a:srcRect xmlns:a="http://schemas.openxmlformats.org/drawingml/2006/main" l="14375" t="0" r="14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0"/>
            <a:ext cx="6515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18E6DF-FED5-40C3-85C7-43370091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8101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Carbonara</a:t>
            </a:r>
          </a:p>
          <a:p xmlns:a="http://schemas.openxmlformats.org/drawingml/2006/main"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3" name="introduction">
            <a:extLst xmlns:a="http://schemas.openxmlformats.org/drawingml/2006/main">
              <a:ext uri="{FF2B5EF4-FFF2-40B4-BE49-F238E27FC236}">
                <a16:creationId xmlns:a16="http://schemas.microsoft.com/office/drawing/2014/main" id="{8B999257-B1A5-43D1-BF9C-FCE9893C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33775"/>
            <a:ext cx="4419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4" name="yield-time">
            <a:extLst xmlns:a="http://schemas.openxmlformats.org/drawingml/2006/main">
              <a:ext uri="{FF2B5EF4-FFF2-40B4-BE49-F238E27FC236}">
                <a16:creationId xmlns:a16="http://schemas.microsoft.com/office/drawing/2014/main" id="{84BCCE66-21AF-476E-83E0-91ABF92F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43148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 xmlns:a="http://schemas.openxmlformats.org/drawingml/2006/main"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</p:spTree>
    <p:extLst>
      <p:ext uri="{BB962C8B-B14F-4D97-AF65-F5344CB8AC3E}">
        <p14:creationId xmlns:p14="http://schemas.microsoft.com/office/powerpoint/2010/main" val="795951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A5E44E-41C1-4C03-8214-79F70254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82313C9-FD83-453B-8BC2-1D9398FC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1985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438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2286000"/>
                <a:gridCol w="58293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</a:tr>
            </a:tbl>
          </a:graphicData>
        </a:graphic>
      </p:graphicFrame>
      <p:sp>
        <p:nvSpPr>
          <p:cNvPr id="4" name="ingredient-note">
            <a:extLst xmlns:a="http://schemas.openxmlformats.org/drawingml/2006/main">
              <a:ext uri="{FF2B5EF4-FFF2-40B4-BE49-F238E27FC236}">
                <a16:creationId xmlns:a16="http://schemas.microsoft.com/office/drawing/2014/main" id="{44D10FA8-2BD3-4ED2-A4D6-AEE23047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864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79674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954DD97C-4E69-4D39-A858-D432F903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D4A8CD9-90A7-46CC-AD61-7B803605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1985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flow-intro">
            <a:extLst xmlns:a="http://schemas.openxmlformats.org/drawingml/2006/main">
              <a:ext uri="{FF2B5EF4-FFF2-40B4-BE49-F238E27FC236}">
                <a16:creationId xmlns:a16="http://schemas.microsoft.com/office/drawing/2014/main" id="{E923468B-797B-4CEF-ADB8-45F369AD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4" name="cooking-step-1">
            <a:extLst xmlns:a="http://schemas.openxmlformats.org/drawingml/2006/main">
              <a:ext uri="{FF2B5EF4-FFF2-40B4-BE49-F238E27FC236}">
                <a16:creationId xmlns:a16="http://schemas.microsoft.com/office/drawing/2014/main" id="{75A69DBE-99B9-4F24-8CA7-9032A5CA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5146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C5A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5" name="cooking-step-2">
            <a:extLst xmlns:a="http://schemas.openxmlformats.org/drawingml/2006/main">
              <a:ext uri="{FF2B5EF4-FFF2-40B4-BE49-F238E27FC236}">
                <a16:creationId xmlns:a16="http://schemas.microsoft.com/office/drawing/2014/main" id="{D6A22241-FC00-442D-9493-E757CB54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25146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C5A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6" name="cooking-step-3">
            <a:extLst xmlns:a="http://schemas.openxmlformats.org/drawingml/2006/main">
              <a:ext uri="{FF2B5EF4-FFF2-40B4-BE49-F238E27FC236}">
                <a16:creationId xmlns:a16="http://schemas.microsoft.com/office/drawing/2014/main" id="{9C72E0FC-423E-4674-804C-598F9AC3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9775"/>
            <a:ext cx="25146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C5A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7" name="cooking-step-4">
            <a:extLst xmlns:a="http://schemas.openxmlformats.org/drawingml/2006/main">
              <a:ext uri="{FF2B5EF4-FFF2-40B4-BE49-F238E27FC236}">
                <a16:creationId xmlns:a16="http://schemas.microsoft.com/office/drawing/2014/main" id="{5EBB104E-4EFC-4792-A299-297F2CB7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9775"/>
            <a:ext cx="25146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C5A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8" name="cooking-step-5">
            <a:extLst xmlns:a="http://schemas.openxmlformats.org/drawingml/2006/main">
              <a:ext uri="{FF2B5EF4-FFF2-40B4-BE49-F238E27FC236}">
                <a16:creationId xmlns:a16="http://schemas.microsoft.com/office/drawing/2014/main" id="{CEEE39AA-56E6-4F7F-ADA9-1417DCF3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43375"/>
            <a:ext cx="25146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C5A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9" name="cooking-step-6">
            <a:extLst xmlns:a="http://schemas.openxmlformats.org/drawingml/2006/main">
              <a:ext uri="{FF2B5EF4-FFF2-40B4-BE49-F238E27FC236}">
                <a16:creationId xmlns:a16="http://schemas.microsoft.com/office/drawing/2014/main" id="{CF990A29-A0D4-4FB4-AD92-202BC4C1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43375"/>
            <a:ext cx="25146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A849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0" name="cooking-step-7">
            <a:extLst xmlns:a="http://schemas.openxmlformats.org/drawingml/2006/main">
              <a:ext uri="{FF2B5EF4-FFF2-40B4-BE49-F238E27FC236}">
                <a16:creationId xmlns:a16="http://schemas.microsoft.com/office/drawing/2014/main" id="{9C50A074-D00F-4EE6-BFD0-C1640464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43375"/>
            <a:ext cx="25146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C5A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1" name="cooking-step-8">
            <a:extLst xmlns:a="http://schemas.openxmlformats.org/drawingml/2006/main">
              <a:ext uri="{FF2B5EF4-FFF2-40B4-BE49-F238E27FC236}">
                <a16:creationId xmlns:a16="http://schemas.microsoft.com/office/drawing/2014/main" id="{D9675F28-AED7-4283-88F1-3327F2D3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5146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C5A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 xmlns:a="http://schemas.openxmlformats.org/drawingml/2006/main"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24200" y="2743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5A3D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43600" y="2743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5A3D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2743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5A3D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325100" y="3476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5A3D"/>
            </a:solidFill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763000" y="48768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5A3D"/>
            </a:solidFill>
            <a:tail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943600" y="48768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5A3D"/>
            </a:solidFill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124200" y="48768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5A3D"/>
            </a:solidFill>
            <a:tailEnd type="triangle" w="med" len="med"/>
          </a:ln>
        </p:spPr>
      </p:cxnSp>
      <p:sp>
        <p:nvSpPr>
          <p:cNvPr id="19" name="critical-flow-note">
            <a:extLst xmlns:a="http://schemas.openxmlformats.org/drawingml/2006/main">
              <a:ext uri="{FF2B5EF4-FFF2-40B4-BE49-F238E27FC236}">
                <a16:creationId xmlns:a16="http://schemas.microsoft.com/office/drawing/2014/main" id="{A49D8521-4B73-4C9A-9114-81DE09CF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2008032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E945081-F4D8-4A7B-B17F-6806345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78D1B6A-EB81-426C-B4B6-62684FAA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1985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egg-mix-heading">
            <a:extLst xmlns:a="http://schemas.openxmlformats.org/drawingml/2006/main">
              <a:ext uri="{FF2B5EF4-FFF2-40B4-BE49-F238E27FC236}">
                <a16:creationId xmlns:a16="http://schemas.microsoft.com/office/drawing/2014/main" id="{B6474FF6-78B1-4046-8322-324D6C21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4" name="egg-mix-body">
            <a:extLst xmlns:a="http://schemas.openxmlformats.org/drawingml/2006/main">
              <a:ext uri="{FF2B5EF4-FFF2-40B4-BE49-F238E27FC236}">
                <a16:creationId xmlns:a16="http://schemas.microsoft.com/office/drawing/2014/main" id="{46002994-1B91-4D86-B735-F94F7EF5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5" name="egg-tip">
            <a:extLst xmlns:a="http://schemas.openxmlformats.org/drawingml/2006/main">
              <a:ext uri="{FF2B5EF4-FFF2-40B4-BE49-F238E27FC236}">
                <a16:creationId xmlns:a16="http://schemas.microsoft.com/office/drawing/2014/main" id="{C3933856-E528-4F12-8571-B38C7936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6" name="prep-heading">
            <a:extLst xmlns:a="http://schemas.openxmlformats.org/drawingml/2006/main">
              <a:ext uri="{FF2B5EF4-FFF2-40B4-BE49-F238E27FC236}">
                <a16:creationId xmlns:a16="http://schemas.microsoft.com/office/drawing/2014/main" id="{AACD5B28-EC0B-4BC5-B22F-FA706F6C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7" name="prep-body">
            <a:extLst xmlns:a="http://schemas.openxmlformats.org/drawingml/2006/main">
              <a:ext uri="{FF2B5EF4-FFF2-40B4-BE49-F238E27FC236}">
                <a16:creationId xmlns:a16="http://schemas.microsoft.com/office/drawing/2014/main" id="{E2CBC461-CD34-489C-996B-78666EAE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526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8" name="water-prep">
            <a:extLst xmlns:a="http://schemas.openxmlformats.org/drawingml/2006/main">
              <a:ext uri="{FF2B5EF4-FFF2-40B4-BE49-F238E27FC236}">
                <a16:creationId xmlns:a16="http://schemas.microsoft.com/office/drawing/2014/main" id="{6C0328D4-8681-4EFA-A4D2-DE2EC4EB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05250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9" name="equipment">
            <a:extLst xmlns:a="http://schemas.openxmlformats.org/drawingml/2006/main">
              <a:ext uri="{FF2B5EF4-FFF2-40B4-BE49-F238E27FC236}">
                <a16:creationId xmlns:a16="http://schemas.microsoft.com/office/drawing/2014/main" id="{412BC1DF-A022-4ADD-B7D7-DB995EE7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686029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926D1534-7275-4FAF-8768-E2A5D6B0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D0D9DAA-B0AF-40CD-AA65-944DE2A9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1985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guanciale-heading">
            <a:extLst xmlns:a="http://schemas.openxmlformats.org/drawingml/2006/main">
              <a:ext uri="{FF2B5EF4-FFF2-40B4-BE49-F238E27FC236}">
                <a16:creationId xmlns:a16="http://schemas.microsoft.com/office/drawing/2014/main" id="{A538D036-217F-4671-B79D-A7A6CCF4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4" name="guanciale-body">
            <a:extLst xmlns:a="http://schemas.openxmlformats.org/drawingml/2006/main">
              <a:ext uri="{FF2B5EF4-FFF2-40B4-BE49-F238E27FC236}">
                <a16:creationId xmlns:a16="http://schemas.microsoft.com/office/drawing/2014/main" id="{B682D540-B543-4A46-97CA-5AE5C0CB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625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5" name="guanciale-tip">
            <a:extLst xmlns:a="http://schemas.openxmlformats.org/drawingml/2006/main">
              <a:ext uri="{FF2B5EF4-FFF2-40B4-BE49-F238E27FC236}">
                <a16:creationId xmlns:a16="http://schemas.microsoft.com/office/drawing/2014/main" id="{C23D9D15-D412-470C-B5D1-42C41541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 xmlns:a="http://schemas.openxmlformats.org/drawingml/2006/main"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6" name="pasta-heading">
            <a:extLst xmlns:a="http://schemas.openxmlformats.org/drawingml/2006/main">
              <a:ext uri="{FF2B5EF4-FFF2-40B4-BE49-F238E27FC236}">
                <a16:creationId xmlns:a16="http://schemas.microsoft.com/office/drawing/2014/main" id="{0C24017C-A7DA-4AAE-88E5-9F2D604F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00200"/>
            <a:ext cx="5076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7" name="pasta-body">
            <a:extLst xmlns:a="http://schemas.openxmlformats.org/drawingml/2006/main">
              <a:ext uri="{FF2B5EF4-FFF2-40B4-BE49-F238E27FC236}">
                <a16:creationId xmlns:a16="http://schemas.microsoft.com/office/drawing/2014/main" id="{90ECA847-5341-4429-A32A-612A5162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47900"/>
            <a:ext cx="50101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8" name="water-reminder">
            <a:extLst xmlns:a="http://schemas.openxmlformats.org/drawingml/2006/main">
              <a:ext uri="{FF2B5EF4-FFF2-40B4-BE49-F238E27FC236}">
                <a16:creationId xmlns:a16="http://schemas.microsoft.com/office/drawing/2014/main" id="{7105AA68-0278-4D61-8521-90560623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1955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 xmlns:a="http://schemas.openxmlformats.org/drawingml/2006/main"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9" name="no-rinse">
            <a:extLst xmlns:a="http://schemas.openxmlformats.org/drawingml/2006/main">
              <a:ext uri="{FF2B5EF4-FFF2-40B4-BE49-F238E27FC236}">
                <a16:creationId xmlns:a16="http://schemas.microsoft.com/office/drawing/2014/main" id="{0DBA258E-653F-405F-BB78-70304D13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29225"/>
            <a:ext cx="5019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23077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C219043A-E0F4-4617-979D-09F98A00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5EA28C7-CE7C-4BFD-96BE-7AA1A0E2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1985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sauce-number-0">
            <a:extLst xmlns:a="http://schemas.openxmlformats.org/drawingml/2006/main">
              <a:ext uri="{FF2B5EF4-FFF2-40B4-BE49-F238E27FC236}">
                <a16:creationId xmlns:a16="http://schemas.microsoft.com/office/drawing/2014/main" id="{0D4391E1-B421-4649-A95B-E6FFD805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95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sauce-heading-0">
            <a:extLst xmlns:a="http://schemas.openxmlformats.org/drawingml/2006/main">
              <a:ext uri="{FF2B5EF4-FFF2-40B4-BE49-F238E27FC236}">
                <a16:creationId xmlns:a16="http://schemas.microsoft.com/office/drawing/2014/main" id="{36198114-7F5E-402B-83B7-A01D96D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33525"/>
            <a:ext cx="659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5" name="sauce-body-0">
            <a:extLst xmlns:a="http://schemas.openxmlformats.org/drawingml/2006/main">
              <a:ext uri="{FF2B5EF4-FFF2-40B4-BE49-F238E27FC236}">
                <a16:creationId xmlns:a16="http://schemas.microsoft.com/office/drawing/2014/main" id="{3BB5BF0B-A28B-4430-92F7-7CC041C6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33575"/>
            <a:ext cx="659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6" name="sauce-number-1">
            <a:extLst xmlns:a="http://schemas.openxmlformats.org/drawingml/2006/main">
              <a:ext uri="{FF2B5EF4-FFF2-40B4-BE49-F238E27FC236}">
                <a16:creationId xmlns:a16="http://schemas.microsoft.com/office/drawing/2014/main" id="{4A646DA9-BB2D-4D8B-A0CD-B61BCD7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95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sauce-heading-1">
            <a:extLst xmlns:a="http://schemas.openxmlformats.org/drawingml/2006/main">
              <a:ext uri="{FF2B5EF4-FFF2-40B4-BE49-F238E27FC236}">
                <a16:creationId xmlns:a16="http://schemas.microsoft.com/office/drawing/2014/main" id="{4BDC3905-390D-4591-8D48-AD229931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0325"/>
            <a:ext cx="659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8" name="sauce-body-1">
            <a:extLst xmlns:a="http://schemas.openxmlformats.org/drawingml/2006/main">
              <a:ext uri="{FF2B5EF4-FFF2-40B4-BE49-F238E27FC236}">
                <a16:creationId xmlns:a16="http://schemas.microsoft.com/office/drawing/2014/main" id="{93EF70ED-5347-4D9C-B77E-1ED13957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0375"/>
            <a:ext cx="659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9" name="sauce-number-2">
            <a:extLst xmlns:a="http://schemas.openxmlformats.org/drawingml/2006/main">
              <a:ext uri="{FF2B5EF4-FFF2-40B4-BE49-F238E27FC236}">
                <a16:creationId xmlns:a16="http://schemas.microsoft.com/office/drawing/2014/main" id="{DF7064EE-60E6-4A8F-BE9F-2C25799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95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sauce-heading-2">
            <a:extLst xmlns:a="http://schemas.openxmlformats.org/drawingml/2006/main">
              <a:ext uri="{FF2B5EF4-FFF2-40B4-BE49-F238E27FC236}">
                <a16:creationId xmlns:a16="http://schemas.microsoft.com/office/drawing/2014/main" id="{48B287DE-C341-4442-811E-1A2290FC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659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1" name="sauce-body-2">
            <a:extLst xmlns:a="http://schemas.openxmlformats.org/drawingml/2006/main">
              <a:ext uri="{FF2B5EF4-FFF2-40B4-BE49-F238E27FC236}">
                <a16:creationId xmlns:a16="http://schemas.microsoft.com/office/drawing/2014/main" id="{2E5B92EE-ED51-4082-B14D-2E63371F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67175"/>
            <a:ext cx="659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2" name="sauce-number-3">
            <a:extLst xmlns:a="http://schemas.openxmlformats.org/drawingml/2006/main">
              <a:ext uri="{FF2B5EF4-FFF2-40B4-BE49-F238E27FC236}">
                <a16:creationId xmlns:a16="http://schemas.microsoft.com/office/drawing/2014/main" id="{8B865952-CAA6-4A07-9FEA-5EC20CEE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95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sauce-heading-3">
            <a:extLst xmlns:a="http://schemas.openxmlformats.org/drawingml/2006/main">
              <a:ext uri="{FF2B5EF4-FFF2-40B4-BE49-F238E27FC236}">
                <a16:creationId xmlns:a16="http://schemas.microsoft.com/office/drawing/2014/main" id="{328C46C0-EA1F-41BA-9FDF-4E4659EF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33925"/>
            <a:ext cx="659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4" name="sauce-body-3">
            <a:extLst xmlns:a="http://schemas.openxmlformats.org/drawingml/2006/main">
              <a:ext uri="{FF2B5EF4-FFF2-40B4-BE49-F238E27FC236}">
                <a16:creationId xmlns:a16="http://schemas.microsoft.com/office/drawing/2014/main" id="{A6972120-91F9-4911-8580-ED28E5D1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33975"/>
            <a:ext cx="659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5" name="sauce-water">
            <a:extLst xmlns:a="http://schemas.openxmlformats.org/drawingml/2006/main">
              <a:ext uri="{FF2B5EF4-FFF2-40B4-BE49-F238E27FC236}">
                <a16:creationId xmlns:a16="http://schemas.microsoft.com/office/drawing/2014/main" id="{3E3652A0-A554-45E7-8966-B6844955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2619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 xmlns:a="http://schemas.openxmlformats.org/drawingml/2006/main"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6" name="sauce-target">
            <a:extLst xmlns:a="http://schemas.openxmlformats.org/drawingml/2006/main">
              <a:ext uri="{FF2B5EF4-FFF2-40B4-BE49-F238E27FC236}">
                <a16:creationId xmlns:a16="http://schemas.microsoft.com/office/drawing/2014/main" id="{6B839788-4E0E-4BCA-945C-FBB58AE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95725"/>
            <a:ext cx="2590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7" name="sauce-total">
            <a:extLst xmlns:a="http://schemas.openxmlformats.org/drawingml/2006/main">
              <a:ext uri="{FF2B5EF4-FFF2-40B4-BE49-F238E27FC236}">
                <a16:creationId xmlns:a16="http://schemas.microsoft.com/office/drawing/2014/main" id="{6F8133DF-AD40-49A3-9ECC-5A724D34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52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1440218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85D99C-C1E6-4EA1-9FA5-FFCEEA9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58A9864-29FA-4AD2-8651-79221B4F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1985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7877175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435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C5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9B4C217-4D15-448D-97D0-E21E34D0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DBA1DB1-C9AF-4CDC-AF0D-5F74C27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1985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serving-takeaway">
            <a:extLst xmlns:a="http://schemas.openxmlformats.org/drawingml/2006/main">
              <a:ext uri="{FF2B5EF4-FFF2-40B4-BE49-F238E27FC236}">
                <a16:creationId xmlns:a16="http://schemas.microsoft.com/office/drawing/2014/main" id="{5037C2CF-4931-4DFC-AFB0-0377024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4389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 xmlns:a="http://schemas.openxmlformats.org/drawingml/2006/main"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4" name="serving-check">
            <a:extLst xmlns:a="http://schemas.openxmlformats.org/drawingml/2006/main">
              <a:ext uri="{FF2B5EF4-FFF2-40B4-BE49-F238E27FC236}">
                <a16:creationId xmlns:a16="http://schemas.microsoft.com/office/drawing/2014/main" id="{204ED1E4-184A-4315-9DA1-3791DDD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6019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5" name="serve-heading">
            <a:extLst xmlns:a="http://schemas.openxmlformats.org/drawingml/2006/main">
              <a:ext uri="{FF2B5EF4-FFF2-40B4-BE49-F238E27FC236}">
                <a16:creationId xmlns:a16="http://schemas.microsoft.com/office/drawing/2014/main" id="{85B70B65-693C-46BC-A340-BBBBB39D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95475"/>
            <a:ext cx="3638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6" name="serve-body">
            <a:extLst xmlns:a="http://schemas.openxmlformats.org/drawingml/2006/main">
              <a:ext uri="{FF2B5EF4-FFF2-40B4-BE49-F238E27FC236}">
                <a16:creationId xmlns:a16="http://schemas.microsoft.com/office/drawing/2014/main" id="{9F38475D-66A3-4D61-A67A-B8674F28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38425"/>
            <a:ext cx="359092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7" name="end-note">
            <a:extLst xmlns:a="http://schemas.openxmlformats.org/drawingml/2006/main">
              <a:ext uri="{FF2B5EF4-FFF2-40B4-BE49-F238E27FC236}">
                <a16:creationId xmlns:a16="http://schemas.microsoft.com/office/drawing/2014/main" id="{F741B9BE-7D25-4ACE-A9F7-9F754968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Carbonara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2069369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2026-10-03T07:44:52.5030000Z</dcterms:created>
  <dcterms:modified xsi:type="dcterms:W3CDTF">2026-10-03T07:44:52.5030000Z</dcterms:modified>
</coreProperties>
</file>