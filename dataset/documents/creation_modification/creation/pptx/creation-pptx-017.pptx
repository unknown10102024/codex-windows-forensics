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edb1734aa14708" /><Relationship Type="http://schemas.openxmlformats.org/officeDocument/2006/relationships/extended-properties" Target="/docProps/app.xml" Id="R1f2beecc752c49cf" /><Relationship Type="http://schemas.openxmlformats.org/officeDocument/2006/relationships/officeDocument" Target="/ppt/presentation.xml" Id="R5f303e77f87244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aab318cc354e56"/>
  </p:sldMasterIdLst>
  <p:notesMasterIdLst>
    <p:notesMasterId xmlns:r="http://schemas.openxmlformats.org/officeDocument/2006/relationships" r:id="Re4b565f016934ec1"/>
  </p:notesMasterIdLst>
  <p:sldIdLst>
    <p:sldId xmlns:r="http://schemas.openxmlformats.org/officeDocument/2006/relationships" id="256" r:id="R2ec6a9c992554c77"/>
    <p:sldId xmlns:r="http://schemas.openxmlformats.org/officeDocument/2006/relationships" id="257" r:id="R5f4badeaf9e74498"/>
    <p:sldId xmlns:r="http://schemas.openxmlformats.org/officeDocument/2006/relationships" id="258" r:id="Raa7c2e36fe8f4b1f"/>
    <p:sldId xmlns:r="http://schemas.openxmlformats.org/officeDocument/2006/relationships" id="259" r:id="R6d7c80195e744864"/>
    <p:sldId xmlns:r="http://schemas.openxmlformats.org/officeDocument/2006/relationships" id="260" r:id="Ra233858fea424145"/>
    <p:sldId xmlns:r="http://schemas.openxmlformats.org/officeDocument/2006/relationships" id="261" r:id="R7400ed43f90d40dd"/>
    <p:sldId xmlns:r="http://schemas.openxmlformats.org/officeDocument/2006/relationships" id="262" r:id="R07d5b59a81b84ebd"/>
    <p:sldId xmlns:r="http://schemas.openxmlformats.org/officeDocument/2006/relationships" id="263" r:id="R78d54c11844c41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39c2c3db04f70" /><Relationship Type="http://schemas.openxmlformats.org/officeDocument/2006/relationships/slideMaster" Target="/ppt/slideMasters/slideMaster1.xml" Id="R67aab318cc354e56" /><Relationship Type="http://schemas.openxmlformats.org/officeDocument/2006/relationships/notesMaster" Target="/ppt/notesMasters/notesMaster1.xml" Id="Re4b565f016934ec1" /><Relationship Type="http://schemas.openxmlformats.org/officeDocument/2006/relationships/presProps" Target="/ppt/presProps.xml" Id="R9fdf5556cac34491" /><Relationship Type="http://schemas.openxmlformats.org/officeDocument/2006/relationships/tableStyles" Target="/ppt/tableStyles.xml" Id="R80440c6220d9497e" /><Relationship Type="http://schemas.openxmlformats.org/officeDocument/2006/relationships/slide" Target="/ppt/slides/slide1.xml" Id="R2ec6a9c992554c77" /><Relationship Type="http://schemas.openxmlformats.org/officeDocument/2006/relationships/slide" Target="/ppt/slides/slide2.xml" Id="R5f4badeaf9e74498" /><Relationship Type="http://schemas.openxmlformats.org/officeDocument/2006/relationships/slide" Target="/ppt/slides/slide3.xml" Id="Raa7c2e36fe8f4b1f" /><Relationship Type="http://schemas.openxmlformats.org/officeDocument/2006/relationships/slide" Target="/ppt/slides/slide4.xml" Id="R6d7c80195e744864" /><Relationship Type="http://schemas.openxmlformats.org/officeDocument/2006/relationships/slide" Target="/ppt/slides/slide5.xml" Id="Ra233858fea424145" /><Relationship Type="http://schemas.openxmlformats.org/officeDocument/2006/relationships/slide" Target="/ppt/slides/slide6.xml" Id="R7400ed43f90d40dd" /><Relationship Type="http://schemas.openxmlformats.org/officeDocument/2006/relationships/slide" Target="/ppt/slides/slide7.xml" Id="R07d5b59a81b84ebd" /><Relationship Type="http://schemas.openxmlformats.org/officeDocument/2006/relationships/slide" Target="/ppt/slides/slide8.xml" Id="R78d54c11844c41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669ab8c40142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133a47f7a5459e" /><Relationship Type="http://schemas.openxmlformats.org/officeDocument/2006/relationships/notesMaster" Target="/ppt/notesMasters/notesMaster1.xml" Id="Re13cbc2104d541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7d5306ee14435e" /><Relationship Type="http://schemas.openxmlformats.org/officeDocument/2006/relationships/notesMaster" Target="/ppt/notesMasters/notesMaster1.xml" Id="R83d3de886a2c44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36c92685c747fe" /><Relationship Type="http://schemas.openxmlformats.org/officeDocument/2006/relationships/notesMaster" Target="/ppt/notesMasters/notesMaster1.xml" Id="Re95c050029a441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17755676784ae8" /><Relationship Type="http://schemas.openxmlformats.org/officeDocument/2006/relationships/notesMaster" Target="/ppt/notesMasters/notesMaster1.xml" Id="Rd2cc7364c4ac4e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64e1ba6c3f40b1" /><Relationship Type="http://schemas.openxmlformats.org/officeDocument/2006/relationships/notesMaster" Target="/ppt/notesMasters/notesMaster1.xml" Id="R37fc01267d8646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48efad61f947e2" /><Relationship Type="http://schemas.openxmlformats.org/officeDocument/2006/relationships/notesMaster" Target="/ppt/notesMasters/notesMaster1.xml" Id="R18557e31b7b649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b138569ef94f95" /><Relationship Type="http://schemas.openxmlformats.org/officeDocument/2006/relationships/notesMaster" Target="/ppt/notesMasters/notesMaster1.xml" Id="R75360fcb9a204c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f3318240b04034" /><Relationship Type="http://schemas.openxmlformats.org/officeDocument/2006/relationships/notesMaster" Target="/ppt/notesMasters/notesMaster1.xml" Id="R590e1c3820624b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reference: https://www.recipetineats.com/carbonara/ ; https://www.bbcgoodfood.com/recipes/two-step-carbonara . Quantities adapted for two servings. Photo: Nagi Maehashi, RecipeTin Eats, https://www.recipetineats.com/tachyon/2023/01/Carbonara_6a.jpg . Timing is approximate.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reference: https://www.recipetineats.com/carbonara/ ; https://www.bbcgoodfood.com/recipes/two-step-carbonara . Quantities adapted for two servings.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reference: https://www.recipetineats.com/carbonara/ ; https://www.bbcgoodfood.com/recipes/two-step-carbonara . Quantities adapted for two servings.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reference: https://www.recipetineats.com/carbonara/ ; https://www.bbcgoodfood.com/recipes/two-step-carbonara . Quantities adapted for two servings.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reference: https://www.recipetineats.com/carbonara/ ; https://www.bbcgoodfood.com/recipes/two-step-carbonara . Quantities adapted for two servings. Cooking times vary with strip size, pan and pasta.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reference: https://www.recipetineats.com/carbonara/ ; https://www.bbcgoodfood.com/recipes/two-step-carbonara . Quantities adapted for two servings.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reference: https://www.recipetineats.com/carbonara/ ; https://www.bbcgoodfood.com/recipes/two-step-carbonara . Quantities adapted for two servings. Residual heat gently thickens the eggs. Do not put the pan over high heat after adding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method reference: https://www.recipetineats.com/carbonara/ ; https://www.bbcgoodfood.com/recipes/two-step-carbonara . Quantities adapted for two servings.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a0efda31e46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bc6fc0334a4566" /><Relationship Type="http://schemas.openxmlformats.org/officeDocument/2006/relationships/slideLayout" Target="/ppt/slideLayouts/slideLayout1.xml" Id="R5a11b92812c649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11b92812c649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7ba628a88429c" /><Relationship Type="http://schemas.openxmlformats.org/officeDocument/2006/relationships/image" Target="/ppt/media/image.jpeg" Id="R33342f1a8c154fba" /><Relationship Type="http://schemas.openxmlformats.org/officeDocument/2006/relationships/notesSlide" Target="/ppt/notesSlides/notesSlide1.xml" Id="R82b42e5fc7ad42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087fc16e043c2" /><Relationship Type="http://schemas.openxmlformats.org/officeDocument/2006/relationships/notesSlide" Target="/ppt/notesSlides/notesSlide2.xml" Id="R64cf5a20a6754a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52482ab0e4395" /><Relationship Type="http://schemas.openxmlformats.org/officeDocument/2006/relationships/notesSlide" Target="/ppt/notesSlides/notesSlide3.xml" Id="R06e0eb78249248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f423bdb034e55" /><Relationship Type="http://schemas.openxmlformats.org/officeDocument/2006/relationships/notesSlide" Target="/ppt/notesSlides/notesSlide4.xml" Id="R52f08a38432847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f52ab55744114" /><Relationship Type="http://schemas.openxmlformats.org/officeDocument/2006/relationships/notesSlide" Target="/ppt/notesSlides/notesSlide5.xml" Id="Re3e78d903467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ceb8144884cfd" /><Relationship Type="http://schemas.openxmlformats.org/officeDocument/2006/relationships/notesSlide" Target="/ppt/notesSlides/notesSlide6.xml" Id="Rb6b6d45ae83f46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a16d641eb4835" /><Relationship Type="http://schemas.openxmlformats.org/officeDocument/2006/relationships/notesSlide" Target="/ppt/notesSlides/notesSlide7.xml" Id="Ree48e99d30e745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a3820e3144385" /><Relationship Type="http://schemas.openxmlformats.org/officeDocument/2006/relationships/notesSlide" Target="/ppt/notesSlides/notesSlide8.xml" Id="R7a529543e4d240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76E7B-D437-4C2F-AE06-E12A2E0B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66412-1B02-441A-A33C-F941D302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42f1a8c154fba"/>
          <a:srcRect xmlns:a="http://schemas.openxmlformats.org/drawingml/2006/main" l="0" t="345" r="0" b="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E0C61-6618-454C-81D8-C795EF96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5342A"/>
                </a:solidFill>
                <a:latin typeface="Arial"/>
                <a:ea typeface="Arial"/>
                <a:cs typeface="Arial"/>
              </a:rPr>
              <a:t>CARBONARA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C461D-4846-4EAC-8192-365C978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667347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71CD9-45E4-4076-8882-158EFC98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5476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A creamy pasta supper made with eggs,</a:t>
            </a:r>
          </a:p>
          <a:p xmlns:a="http://schemas.openxmlformats.org/drawingml/2006/main">
            <a:pPr>
              <a:defRPr sz="2175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cheese, guanciale and black pepper.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8FCC0-446C-43D8-8427-F33FB009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578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634699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019D5-E755-4EDB-B627-F8C9CCF2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342A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4930E-650E-4A0F-9E4B-D263F69E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190750"/>
                <a:gridCol w="600075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667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667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66734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Dried pasta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80 g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Cut into short strips. Pancetta also works.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Use large eggs. Whisk together.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Finely grate. Reserve 10 g for serving.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½ tsp, plus to finish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Adjust to taste.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For the pasta water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Use lightly. Pork and cheese add salt.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42A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 to loosen the sauce.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0DB6C-A83F-45B1-B167-5911F656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Parmesan can replace some or all of the pecorino for a milder sauce.</a:t>
            </a:r>
          </a:p>
        </p:txBody>
      </p:sp>
    </p:spTree>
    <p:extLst>
      <p:ext uri="{BB962C8B-B14F-4D97-AF65-F5344CB8AC3E}">
        <p14:creationId xmlns:p14="http://schemas.microsoft.com/office/powerpoint/2010/main" val="1964242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99D0D-48DD-401A-998C-2EE4D83A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342A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F9908-F1C0-4940-BAA0-A32729BA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1A14EF32-A141-4311-A12A-74D0E5D4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9E8D8"/>
          </a:solidFill>
          <a:ln xmlns:a="http://schemas.openxmlformats.org/drawingml/2006/main" w="9525">
            <a:solidFill>
              <a:srgbClr val="667347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1  Prepare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Cut pork. Grate cheese.</a:t>
            </a:r>
          </a:p>
        </p:txBody>
      </p:sp>
      <p:sp>
        <p:nvSpPr>
          <p:cNvPr id="4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A140E504-50B1-49BE-BFCB-1C370A9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9E8D8"/>
          </a:solidFill>
          <a:ln xmlns:a="http://schemas.openxmlformats.org/drawingml/2006/main" w="9525">
            <a:solidFill>
              <a:srgbClr val="667347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2  Crisp the pork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Render gently in a pan.</a:t>
            </a:r>
          </a:p>
        </p:txBody>
      </p:sp>
      <p:sp>
        <p:nvSpPr>
          <p:cNvPr id="5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1F8B0DDD-CAE1-478E-AB75-38C57360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9E8D8"/>
          </a:solidFill>
          <a:ln xmlns:a="http://schemas.openxmlformats.org/drawingml/2006/main" w="9525">
            <a:solidFill>
              <a:srgbClr val="667347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3  Cook the pasta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Keep 250 ml cooking water.</a:t>
            </a:r>
          </a:p>
        </p:txBody>
      </p:sp>
      <p:sp>
        <p:nvSpPr>
          <p:cNvPr id="6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047144F4-A4D1-4820-9C63-6294FB7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9E8D8"/>
          </a:solidFill>
          <a:ln xmlns:a="http://schemas.openxmlformats.org/drawingml/2006/main" w="9525">
            <a:solidFill>
              <a:srgbClr val="667347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4  Mix the sauce 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Whisk eggs, cheese and pepper.</a:t>
            </a:r>
          </a:p>
        </p:txBody>
      </p:sp>
      <p:sp>
        <p:nvSpPr>
          <p:cNvPr id="7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7A20B85B-8916-4981-BE4D-7DFE8469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667347"/>
          </a:solidFill>
          <a:ln xmlns:a="http://schemas.openxmlformats.org/drawingml/2006/main" w="9525">
            <a:solidFill>
              <a:srgbClr val="667347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Combine off the heat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pasta, pork and egg mixture.</a:t>
            </a:r>
          </a:p>
        </p:txBody>
      </p:sp>
      <p:sp>
        <p:nvSpPr>
          <p:cNvPr id="8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C9D665DE-96E6-4DFF-BC86-AD14AC09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9E8D8"/>
          </a:solidFill>
          <a:ln xmlns:a="http://schemas.openxmlformats.org/drawingml/2006/main" w="9525">
            <a:solidFill>
              <a:srgbClr val="667347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6  Adjust and serve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342A"/>
                </a:solidFill>
                <a:latin typeface="Arial"/>
                <a:ea typeface="Arial"/>
                <a:cs typeface="Arial"/>
              </a:rPr>
              <a:t>Loosen with water. Plate at once.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10000" y="2405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347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67625" y="2405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347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953625" y="31432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347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67625" y="4643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347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810000" y="4643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347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4C6F5-69E2-4B75-8BDC-B4FDBD0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Follow the arrows. Mix the egg base while the pasta cooks.</a:t>
            </a:r>
          </a:p>
        </p:txBody>
      </p:sp>
    </p:spTree>
    <p:extLst>
      <p:ext uri="{BB962C8B-B14F-4D97-AF65-F5344CB8AC3E}">
        <p14:creationId xmlns:p14="http://schemas.microsoft.com/office/powerpoint/2010/main" val="458580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BC2EB-FCDE-430A-AE77-012F95AA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342A"/>
                </a:solidFill>
                <a:latin typeface="Arial"/>
                <a:ea typeface="Arial"/>
                <a:cs typeface="Arial"/>
              </a:rPr>
              <a:t>Preparation before the 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4B493-AFC4-411C-A72A-9F7A652D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E6E58-E3EC-4C9F-9F24-1A5F2693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A792D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BA7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BD2F0-19A3-47C8-B49A-7CBEB0D1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62125"/>
            <a:ext cx="785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A few minutes of preparation</a:t>
            </a:r>
          </a:p>
          <a:p xmlns:a="http://schemas.openxmlformats.org/drawingml/2006/main">
            <a:pPr>
              <a:defRPr sz="2550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make the final toss easier.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798F9-B781-41F1-8EC7-D89EA7C9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95625"/>
            <a:ext cx="7858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Cut the guanciale into roughly 1 cm strips.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Grate the cheese finely so it blends smoothly.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Set out a pot, wide pan, bowl, whisk, tongs</a:t>
            </a:r>
          </a:p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and a mug for saving the pasta water.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F237E-9263-43A7-96DB-3DC984FE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72150"/>
            <a:ext cx="785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7347"/>
                </a:solidFill>
                <a:latin typeface="Arial"/>
                <a:ea typeface="Arial"/>
                <a:cs typeface="Arial"/>
              </a:rPr>
              <a:t>Have two warm bowls ready for serving.</a:t>
            </a:r>
          </a:p>
        </p:txBody>
      </p:sp>
    </p:spTree>
    <p:extLst>
      <p:ext uri="{BB962C8B-B14F-4D97-AF65-F5344CB8AC3E}">
        <p14:creationId xmlns:p14="http://schemas.microsoft.com/office/powerpoint/2010/main" val="1686912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EBB1B-BCDF-40C1-A95E-EB002ED1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342A"/>
                </a:solidFill>
                <a:latin typeface="Arial"/>
                <a:ea typeface="Arial"/>
                <a:cs typeface="Arial"/>
              </a:rPr>
              <a:t>Crisp guanciale and cook spaghetti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03E9A-23A3-497B-9F7F-A9F3F29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77C1C-4B8B-4B8A-8D14-64C1871E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BA792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BA7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9A5D7-EE80-48E0-9670-1F601A79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Golden pork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3FB93-08D6-4457-9D09-8D2FDC89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866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Start guanciale in a cool, dry pan. Cook over medium-low</a:t>
            </a:r>
          </a:p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heat for about 6–8 minutes, until golden. Keep the rendered fat.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1B6B4-62CC-4A35-9363-6E3B269B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BA792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BA79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8F127-C60C-41C8-97BA-FF14ADF7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6237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E569B-B099-4AC0-A08A-BDDA7E65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43400"/>
            <a:ext cx="8667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Boil spaghetti in lightly salted water. Follow the packet time</a:t>
            </a:r>
          </a:p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and taste for al dente. Before draining, save 250 ml of water.</a:t>
            </a:r>
          </a:p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Toss the hot pasta with the guanciale and its fat.</a:t>
            </a:r>
          </a:p>
        </p:txBody>
      </p:sp>
    </p:spTree>
    <p:extLst>
      <p:ext uri="{BB962C8B-B14F-4D97-AF65-F5344CB8AC3E}">
        <p14:creationId xmlns:p14="http://schemas.microsoft.com/office/powerpoint/2010/main" val="1862032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8C58F-16FB-4C22-81F2-4B9DD3F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342A"/>
                </a:solidFill>
                <a:latin typeface="Arial"/>
                <a:ea typeface="Arial"/>
                <a:cs typeface="Arial"/>
              </a:rPr>
              <a:t>The egg and cheese mixture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E6002-2467-4D63-AD2E-1554FE0B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D9F20-4B57-4F01-B301-156D66AE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A792D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BA79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F08AA-927E-44CC-BED5-21D79DB6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1 whole egg + 2 yolks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69B38-4D1C-42BA-8604-75B24FCE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800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Whisk with 40 g finely grated pecorino</a:t>
            </a:r>
          </a:p>
          <a:p xmlns:a="http://schemas.openxmlformats.org/drawingml/2006/main">
            <a:pPr>
              <a:defRPr sz="24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and ½ teaspoon black pepper.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5248A-2102-43F5-A33A-1651222C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48125"/>
            <a:ext cx="800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Mix while the spaghetti cooks.</a:t>
            </a:r>
          </a:p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The mixture will be thick. Pasta water will loosen it</a:t>
            </a:r>
          </a:p>
          <a:p xmlns:a="http://schemas.openxmlformats.org/drawingml/2006/main">
            <a:pPr>
              <a:defRPr sz="210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during the final toss.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1DDB5-2C63-4D7E-9842-C1CF98B4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977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The remaining 10 g of cheese goes on top.</a:t>
            </a:r>
          </a:p>
        </p:txBody>
      </p:sp>
    </p:spTree>
    <p:extLst>
      <p:ext uri="{BB962C8B-B14F-4D97-AF65-F5344CB8AC3E}">
        <p14:creationId xmlns:p14="http://schemas.microsoft.com/office/powerpoint/2010/main" val="51554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2A574-4086-41F0-8CD4-C8FEF57D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342A"/>
                </a:solidFill>
                <a:latin typeface="Arial"/>
                <a:ea typeface="Arial"/>
                <a:cs typeface="Arial"/>
              </a:rPr>
              <a:t>A glossy sauce, off the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97D5E-C17A-46D6-BE58-C6C93BD2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54EC4-FFC4-4467-AA46-A75938A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BA792D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BA792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6B531-AFDC-471B-9AA1-25C1F4E5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842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Move the pan off the burner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45D87-A7C8-4A06-B4DB-B290374A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842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Let fierce sizzling stop. Add the egg mixture to the hot</a:t>
            </a:r>
          </a:p>
          <a:p xmlns:a="http://schemas.openxmlformats.org/drawingml/2006/main">
            <a:pPr>
              <a:defRPr sz="2175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pasta and toss immediately with tongs.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C771D-37EA-4E7A-A4D4-EEB3EB5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24275"/>
            <a:ext cx="8429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Add warm pasta water a tablespoon at a time.</a:t>
            </a:r>
          </a:p>
          <a:p xmlns:a="http://schemas.openxmlformats.org/drawingml/2006/main">
            <a:pPr>
              <a:defRPr sz="2175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Keep tossing until the sauce lightly coats every strand.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5FC5F-6E27-4A9B-BB42-23365EDE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842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06   Serve straight 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1D2F1-45E2-47D3-B2C2-EFB85E68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6262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Divide between two bowls. Finish with cheese and pepper.</a:t>
            </a:r>
          </a:p>
        </p:txBody>
      </p:sp>
    </p:spTree>
    <p:extLst>
      <p:ext uri="{BB962C8B-B14F-4D97-AF65-F5344CB8AC3E}">
        <p14:creationId xmlns:p14="http://schemas.microsoft.com/office/powerpoint/2010/main" val="1673335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5E22F-9422-4A7A-A4A7-B062BA87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342A"/>
                </a:solidFill>
                <a:latin typeface="Arial"/>
                <a:ea typeface="Arial"/>
                <a:cs typeface="Arial"/>
              </a:rPr>
              <a:t>Practical tips and 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D0923-1E44-4BF0-9CAF-1C184010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6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EA231-8EED-48E4-83C5-1945F4A3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E600D-74CF-415E-B848-5A85F7C3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287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An overheated pan sets eggs into curds. Remove it from</a:t>
            </a:r>
          </a:p>
          <a:p xmlns:a="http://schemas.openxmlformats.org/drawingml/2006/main">
            <a:pPr>
              <a:defRPr sz="195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the burner before adding the egg mixture. Toss continuously.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0220C-D749-4625-AE7C-559F852F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Sauce too thick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579A0-8B3A-455B-BFAC-21FB5C6F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Add reserved warm pasta water, one tablespoon at a time.</a:t>
            </a:r>
          </a:p>
          <a:p xmlns:a="http://schemas.openxmlformats.org/drawingml/2006/main">
            <a:pPr>
              <a:defRPr sz="195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Stop when the sauce looks glossy and loose enough to coat.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EBE22-4DA2-4CDA-9C2D-BCE7D7B9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Too salty or grainy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B3558-67CD-4E5F-9DE7-6E974A55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5762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Salt the cooking water lightly. Taste before adding more salt.</a:t>
            </a:r>
          </a:p>
          <a:p xmlns:a="http://schemas.openxmlformats.org/drawingml/2006/main">
            <a:pPr>
              <a:defRPr sz="195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Use freshly, finely grated cheese to help it blend.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69B09-F730-48AC-AD31-3087E79C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73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67347"/>
                </a:solidFill>
                <a:latin typeface="Arial"/>
                <a:ea typeface="Arial"/>
                <a:cs typeface="Arial"/>
              </a:rPr>
              <a:t>Dry pasta on the plate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CE989-08BC-4CD0-AA17-0F462683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Serve immediately. Carbonara thickens as it cools.</a:t>
            </a:r>
          </a:p>
          <a:p xmlns:a="http://schemas.openxmlformats.org/drawingml/2006/main">
            <a:pPr>
              <a:defRPr sz="1950" b="0">
                <a:solidFill>
                  <a:srgbClr val="2534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42A"/>
                </a:solidFill>
                <a:latin typeface="Arial"/>
                <a:ea typeface="Arial"/>
                <a:cs typeface="Arial"/>
              </a:rPr>
              <a:t>Save a little pasta water until both bowls are ready.</a:t>
            </a:r>
          </a:p>
        </p:txBody>
      </p:sp>
    </p:spTree>
    <p:extLst>
      <p:ext uri="{BB962C8B-B14F-4D97-AF65-F5344CB8AC3E}">
        <p14:creationId xmlns:p14="http://schemas.microsoft.com/office/powerpoint/2010/main" val="644302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2026-10-03T09:30:19.7190000Z</dcterms:created>
  <dcterms:modified xsi:type="dcterms:W3CDTF">2026-10-03T09:30:19.7190000Z</dcterms:modified>
</coreProperties>
</file>