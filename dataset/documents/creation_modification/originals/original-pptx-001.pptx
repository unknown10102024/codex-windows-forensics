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https://www.giallozafferano.com/recipes/Spaghetti-Carbonara-Bacon-and-egg-spaghetti.html and https://www.seriouseats.com/pasta-carbonara-sauce-recipe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Carbonara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Carbonara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