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7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33D4-E277-4AA4-B75A-3B813671E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8D30E-AB6C-4F99-BE28-7F052F570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39202-14D1-44D1-BB84-D1B2442ED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D9449-0E2F-4F7D-B442-60D600FB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99181-7CF0-4823-A3E5-F3F9D3A4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4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6597-8444-4838-B7A8-6C6D9975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A17A9-9611-4919-A5E1-16D2B319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68AD7-7609-4EF4-BB37-71732F91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E4651-5340-45D7-9726-66AD3D56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9475-A7A4-49F3-AFD7-662DD5A2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64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AF22-F186-4B6C-84E2-E8D4A6417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0C6E5-2F84-43C2-A1A8-F0ACFCB00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EAC28-AF1B-44B1-A45F-4AD02FA7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F42B1-3DAC-437C-BF98-ADD71250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3F7FF-CE75-4D7C-BF9F-A538B752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893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2CE4-9ABE-46C1-858D-D683B8DCC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F2DE3-AEE7-41BD-B3D0-64084BD15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C03CA-DE30-4C56-9121-DE6D4B10EA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4AAD9-EA34-436D-97B2-6C280C51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3C805-47D5-417A-937E-2463685B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59B4-1D9F-4BDD-8617-1EDD9FB7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9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0B99-DE93-402A-8BFD-5F3ECE35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E499-B9FC-4DC1-AFFB-E4DAF56EE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8F9E0-C775-4939-820D-6F5042514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14857-129D-49C8-8FAA-D6507980ED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609E5B-417A-4F20-8AE3-73A298228C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D65B09-E075-45B5-89CE-B6B8A4B2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D5827-1191-44AC-ADA6-EC831C732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4674C-51F5-48D3-9258-CD19D12A0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89D4-C343-447E-9C6C-6F75BD90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A091C4-CD07-43A7-B1AE-94C6968E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9A030-3DC3-40E9-8DBF-8B3DFD8D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76BC6-AE05-4061-B9EE-A92EB451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2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9E76B-BDA4-44C8-A9E1-D1F56DD4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A993C8-C0FB-4726-8E85-47CA3811E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7451F-023D-41E1-A75F-8D83C0F6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6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DD19-44A4-42B8-842B-F3E162BF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F1DBF-F043-4E31-8BC1-F1F327C5D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04ADB-12B0-4831-98B9-48E497E7C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0A7A8-CD9B-4D96-9155-24EFCC82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51593-7B8C-429C-960D-C27BE103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E6BD1-F7E4-45AF-BE5E-E5B5FB7D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A9AC-6957-4FD9-8194-52C3EDB5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6E863-B156-45E7-AD36-C15474B89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63E9C-8DB5-4301-B163-C41E92310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4514-5F7F-41C8-ADEE-F996618F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06365-40C1-447E-8096-66A7ED59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3798C-65D5-4C75-9B58-4A0E8860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3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65AA4-E1BB-423B-9B43-CBE2F2A7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EF218-16F8-45A3-A5D1-3FD41D991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CE2B6-8242-43CF-8DA3-701230B1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F19B4-4838-4FF8-951D-03CB6947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AB597-5D91-4BDB-B2A3-F55A4340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0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976AD-A936-4C4F-B3C5-6C90C11A2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24AC0-5BA8-4636-A139-0833E9EDD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3370D-D573-4410-BC34-918B463F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DBCF9-25AD-4742-B63D-8CFE4F51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37962-2C6C-4B31-9C7A-B609E5C3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0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BED983-17C2-40C1-A598-A2413F8A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26BB1-352D-4050-A52D-519CA547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98C73-6DE3-4449-B973-1FBDC2C63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711B8-88AC-41D1-8DE4-91349241952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D2F42-4025-45D4-8727-2063C15BA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92EA1-4E0B-4B83-BAFA-A31A11098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03EED-FDDD-4BA9-965D-308FFED3C8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4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FD3A-8FF7-45B7-8138-8B809C7E2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Document lifecycle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57628-C61A-4388-9CA5-94A3BBC91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Status: Draft</a:t>
            </a:r>
          </a:p>
          <a:p>
            <a:r>
              <a:rPr lang="en-US" dirty="0"/>
              <a:t>Count: 1</a:t>
            </a:r>
          </a:p>
        </p:txBody>
      </p:sp>
    </p:spTree>
    <p:extLst>
      <p:ext uri="{BB962C8B-B14F-4D97-AF65-F5344CB8AC3E}">
        <p14:creationId xmlns:p14="http://schemas.microsoft.com/office/powerpoint/2010/main" val="226065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Document lifecycle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lifecycle test</dc:title>
  <dc:creator>pc</dc:creator>
  <cp:lastModifiedBy>pc</cp:lastModifiedBy>
  <cp:revision>1</cp:revision>
  <dcterms:created xsi:type="dcterms:W3CDTF">2026-09-25T14:22:59Z</dcterms:created>
  <dcterms:modified xsi:type="dcterms:W3CDTF">2026-09-25T14:23:21Z</dcterms:modified>
</cp:coreProperties>
</file>