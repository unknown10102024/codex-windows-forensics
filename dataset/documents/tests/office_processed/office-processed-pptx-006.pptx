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6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2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749B3-F8EE-4777-8424-7ABAE4C5C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33E62-48F2-48B4-AB1C-F0B2826C2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8066B-4DEE-4F22-95B0-5D3E8E996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F52B-F1A4-454E-8D03-2E46854169B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40507-3379-41EF-9D52-F43F1A558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4E9D3-9183-495A-9D09-2800B365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777-08B5-4D3B-A9B2-DF6BC2BC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3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5660A-F7A4-439A-BB54-CC66B356B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1330C-A168-4FBB-B0EE-AA74E5448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236BA-D4DC-482E-A239-89173B184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F52B-F1A4-454E-8D03-2E46854169B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3E3DA-D46E-4FF3-884E-62DDDA776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7316D-B70A-41D9-A541-5FFA3475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777-08B5-4D3B-A9B2-DF6BC2BC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96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BA8D4-B059-452E-BD8D-6A5C1F897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0805A-17E2-4EC5-ACD1-849E507EB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F458A-DE48-451F-A4AD-B9954269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F52B-F1A4-454E-8D03-2E46854169B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2C7BB-75EA-4D29-807D-1F1776F75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180AC-D2D8-4B52-82F1-A61066950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777-08B5-4D3B-A9B2-DF6BC2BC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D683C-E6C7-453E-92D2-9469D34E2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090B3-7B78-40D5-B04C-9C2BCB58C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711AD1-F1C5-4EAF-B2AF-31F0D5D7A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02608-6169-4067-B592-01968B569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F52B-F1A4-454E-8D03-2E46854169B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C5F19-55FF-46C4-A652-17834ED18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A674B-C17E-4DA1-B30E-8199DBA2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777-08B5-4D3B-A9B2-DF6BC2BC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27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8F3F1-4FFE-4712-8845-E9A46D080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409EA-2330-4333-8473-F1C5377C7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3279D8-84E4-49E8-8BC4-B62C0624F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C7773C-484A-4B82-AAA0-8473EF86E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DD9422-488A-4A0E-9551-715422F1D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BC4615-EFC1-40C3-97FC-9294E402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F52B-F1A4-454E-8D03-2E46854169B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487776-4AAB-421F-91CD-9D534D717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04A4E9-24F8-4924-9592-515950837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777-08B5-4D3B-A9B2-DF6BC2BC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7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627E0-3DB8-4137-9071-59375CA80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32C5F-5D7E-4D95-98D3-B842628BE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F52B-F1A4-454E-8D03-2E46854169B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BBAD02-E32A-4BFA-BA1D-12808E50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88693D-4D1D-421B-AAF3-D8C467DC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777-08B5-4D3B-A9B2-DF6BC2BC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14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84357D-D863-4EED-951B-718C0FB9D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F52B-F1A4-454E-8D03-2E46854169B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01A27B-13D8-4DDF-85F5-36F1E167A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19147-EFFE-40DF-A95B-F2664369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777-08B5-4D3B-A9B2-DF6BC2BC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33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770AB-9F42-43D9-BD3C-3E4544C63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0A036-29B0-4676-A6C1-5EB967032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0B716-DD18-46DD-BF04-EFEEF0B4F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AE999-B44F-4B40-ABA5-B56926AD8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F52B-F1A4-454E-8D03-2E46854169B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21B7E-F438-48FA-9E5F-6D24F2F6D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1089B-314F-455B-A588-55E1F776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777-08B5-4D3B-A9B2-DF6BC2BC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63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9044E-559F-489A-8E66-247402402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8D235D-84EB-401C-84EA-BC8678B93D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0B252-7017-41A5-8642-782C4C771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40DF3-64BA-4DD8-8B74-C1485348D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F52B-F1A4-454E-8D03-2E46854169B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97406-6547-4CBB-AAF4-5618CA9F1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13424-A6D9-42F8-B531-CB090E47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777-08B5-4D3B-A9B2-DF6BC2BC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9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89E6B-3755-47EF-B49C-DDB5887E5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BBBB2-3EE5-42A3-90DE-B2B701253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EA9C8-BA95-4562-A0C1-F32195FF8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F52B-F1A4-454E-8D03-2E46854169B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11B0A-9F36-4FF5-861D-BF7B1E67A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D493D-68BA-4D01-9C7E-3DECC3320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777-08B5-4D3B-A9B2-DF6BC2BC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98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E7503F-B061-435E-AB01-6BB66F5717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6D7DF5-EC75-48D4-8C62-DC19376CD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7CABE-49DB-450F-89E2-031F1CFAD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F52B-F1A4-454E-8D03-2E46854169B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8FF09-AAF1-4AE7-94EA-A06BCCAB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1D231-0B54-47F3-B59D-B415AF70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777-08B5-4D3B-A9B2-DF6BC2BC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02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08149F-C5F6-43DB-937B-D7041A408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3FF23-0019-4A6E-92BA-FADCF0345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03C93-25E9-48A6-B957-5518F832B9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AF52B-F1A4-454E-8D03-2E46854169B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43DB7-8DBA-4C62-AFC5-37084D1A6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8527B-5944-4F29-8F19-CF56B6950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5A777-08B5-4D3B-A9B2-DF6BC2BC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49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D30FD-3CF9-4DF8-9534-43706C01F3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S04 creation slides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2919C-58BA-41AC-9C16-F17F4DCC99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Created for metadata comparison.</a:t>
            </a:r>
          </a:p>
        </p:txBody>
      </p:sp>
    </p:spTree>
    <p:extLst>
      <p:ext uri="{BB962C8B-B14F-4D97-AF65-F5344CB8AC3E}">
        <p14:creationId xmlns:p14="http://schemas.microsoft.com/office/powerpoint/2010/main" val="811694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240D-3087-4E50-8612-462246B31D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DAC4FF-5E80-413F-B1CC-30DF013B3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Status=ready</a:t>
            </a:r>
          </a:p>
        </p:txBody>
      </p:sp>
    </p:spTree>
    <p:extLst>
      <p:ext uri="{BB962C8B-B14F-4D97-AF65-F5344CB8AC3E}">
        <p14:creationId xmlns:p14="http://schemas.microsoft.com/office/powerpoint/2010/main" val="3962459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S04 creation slides</vt:lpstr>
      <vt:lpstr>Status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S04 creation slides</dc:title>
  <dc:creator>pc</dc:creator>
  <cp:lastModifiedBy>pc</cp:lastModifiedBy>
  <cp:revision>1</cp:revision>
  <dcterms:created xsi:type="dcterms:W3CDTF">2026-09-15T14:04:20Z</dcterms:created>
  <dcterms:modified xsi:type="dcterms:W3CDTF">2026-09-15T14:05:08Z</dcterms:modified>
</cp:coreProperties>
</file>