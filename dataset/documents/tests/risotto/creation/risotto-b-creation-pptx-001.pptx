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c9a31fcaed4ca0" /><Relationship Type="http://schemas.openxmlformats.org/officeDocument/2006/relationships/extended-properties" Target="/docProps/app.xml" Id="R0315db4aeeec4eab" /><Relationship Type="http://schemas.openxmlformats.org/officeDocument/2006/relationships/officeDocument" Target="/ppt/presentation.xml" Id="R3415b2fd725948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d6abc063fa4d6a"/>
  </p:sldMasterIdLst>
  <p:notesMasterIdLst>
    <p:notesMasterId xmlns:r="http://schemas.openxmlformats.org/officeDocument/2006/relationships" r:id="R6cf9967bec554f14"/>
  </p:notesMasterIdLst>
  <p:sldIdLst>
    <p:sldId xmlns:r="http://schemas.openxmlformats.org/officeDocument/2006/relationships" id="256" r:id="Rc172f6cef9bf4384"/>
    <p:sldId xmlns:r="http://schemas.openxmlformats.org/officeDocument/2006/relationships" id="257" r:id="R74972595cc2b4cf2"/>
    <p:sldId xmlns:r="http://schemas.openxmlformats.org/officeDocument/2006/relationships" id="258" r:id="Rc5e13050d8344bb2"/>
    <p:sldId xmlns:r="http://schemas.openxmlformats.org/officeDocument/2006/relationships" id="259" r:id="Rc8e853ff063c43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ae8a0029744ece" /><Relationship Type="http://schemas.openxmlformats.org/officeDocument/2006/relationships/slideMaster" Target="/ppt/slideMasters/slideMaster1.xml" Id="Rb2d6abc063fa4d6a" /><Relationship Type="http://schemas.openxmlformats.org/officeDocument/2006/relationships/notesMaster" Target="/ppt/notesMasters/notesMaster1.xml" Id="R6cf9967bec554f14" /><Relationship Type="http://schemas.openxmlformats.org/officeDocument/2006/relationships/presProps" Target="/ppt/presProps.xml" Id="Rf2567563e1444436" /><Relationship Type="http://schemas.openxmlformats.org/officeDocument/2006/relationships/tableStyles" Target="/ppt/tableStyles.xml" Id="R97937878816d482f" /><Relationship Type="http://schemas.openxmlformats.org/officeDocument/2006/relationships/slide" Target="/ppt/slides/slide1.xml" Id="Rc172f6cef9bf4384" /><Relationship Type="http://schemas.openxmlformats.org/officeDocument/2006/relationships/slide" Target="/ppt/slides/slide2.xml" Id="R74972595cc2b4cf2" /><Relationship Type="http://schemas.openxmlformats.org/officeDocument/2006/relationships/slide" Target="/ppt/slides/slide3.xml" Id="Rc5e13050d8344bb2" /><Relationship Type="http://schemas.openxmlformats.org/officeDocument/2006/relationships/slide" Target="/ppt/slides/slide4.xml" Id="Rc8e853ff063c43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1e9a6a56404b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c62959d7634a01" /><Relationship Type="http://schemas.openxmlformats.org/officeDocument/2006/relationships/notesMaster" Target="/ppt/notesMasters/notesMaster1.xml" Id="R5e98fbc51e3a48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873a11e48a496f" /><Relationship Type="http://schemas.openxmlformats.org/officeDocument/2006/relationships/notesMaster" Target="/ppt/notesMasters/notesMaster1.xml" Id="R15d0ad0b5d8c4b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a1b874f5e64e50" /><Relationship Type="http://schemas.openxmlformats.org/officeDocument/2006/relationships/notesMaster" Target="/ppt/notesMasters/notesMaster1.xml" Id="R0ce9db77f43b4e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82934f58f344a3" /><Relationship Type="http://schemas.openxmlformats.org/officeDocument/2006/relationships/notesMaster" Target="/ppt/notesMasters/notesMaster1.xml" Id="R8ee0e25ed5cf4f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recipe. Timing is approximate and depends on the rice and heat. This recipe contains dairy.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20 g butter to soften the onion and reserve 20 g for finishing. If omitting wine, use 120 mL extra stock. Have extra hot water available if needed. Use vegetarian hard cheese if desired.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bfc18a8cbc4e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a52fcadbe64053" /><Relationship Type="http://schemas.openxmlformats.org/officeDocument/2006/relationships/slideLayout" Target="/ppt/slideLayouts/slideLayout1.xml" Id="Rdb051afa514c4e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051afa514c4e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0e23156a5b437a" /><Relationship Type="http://schemas.openxmlformats.org/officeDocument/2006/relationships/notesSlide" Target="/ppt/notesSlides/notesSlide1.xml" Id="R22bb4047ea7548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d6fafc0cf4dc5" /><Relationship Type="http://schemas.openxmlformats.org/officeDocument/2006/relationships/notesSlide" Target="/ppt/notesSlides/notesSlide2.xml" Id="Rfe86a113fde048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be957cde6743c2" /><Relationship Type="http://schemas.openxmlformats.org/officeDocument/2006/relationships/notesSlide" Target="/ppt/notesSlides/notesSlide3.xml" Id="Rb4ce15d8caa44c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ffd1261c24f26" /><Relationship Type="http://schemas.openxmlformats.org/officeDocument/2006/relationships/notesSlide" Target="/ppt/notesSlides/notesSlide4.xml" Id="Rf581161f02614c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DCF4F0-E68A-4CB7-BA97-C9140EAC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"/>
            <a:ext cx="1071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93E32"/>
                </a:solidFill>
                <a:latin typeface="Arial"/>
                <a:ea typeface="Arial"/>
                <a:cs typeface="Arial"/>
              </a:rPr>
              <a:t>Parmesan risotto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61A36-5648-4A46-B9E3-744F25CB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B59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B593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FBBBC-8151-4A42-8DCB-ACE38D85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9B593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9B593B"/>
                </a:solidFill>
                <a:latin typeface="Arial"/>
                <a:ea typeface="Arial"/>
                <a:cs typeface="Arial"/>
              </a:rPr>
              <a:t>Creamy rice, butter &amp; Parmesan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FBBDE-8216-492D-8D6C-EC811F62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93E32"/>
                </a:solidFill>
                <a:latin typeface="Arial"/>
                <a:ea typeface="Arial"/>
                <a:cs typeface="Arial"/>
              </a:rPr>
              <a:t>4 servings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9CEB6-8659-46C8-8517-00802648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9525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10 minutes prep</a:t>
            </a:r>
          </a:p>
          <a:p xmlns:a="http://schemas.openxmlformats.org/drawingml/2006/main">
            <a:pPr>
              <a:defRPr sz="225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About 30 minutes cooking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112F8-4A17-4D42-8C14-903E3B74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14975"/>
            <a:ext cx="1019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A wide, heavy pan, a small saucepan and a ladle are all you need.</a:t>
            </a:r>
          </a:p>
        </p:txBody>
      </p:sp>
    </p:spTree>
    <p:extLst>
      <p:ext uri="{BB962C8B-B14F-4D97-AF65-F5344CB8AC3E}">
        <p14:creationId xmlns:p14="http://schemas.microsoft.com/office/powerpoint/2010/main" val="15618061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59DAB-78F0-4322-9EE4-17A0E6D9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"/>
            <a:ext cx="1071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93E32"/>
                </a:solidFill>
                <a:latin typeface="Arial"/>
                <a:ea typeface="Arial"/>
                <a:cs typeface="Arial"/>
              </a:rPr>
              <a:t>Ingredients for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C0EAB3-4B6D-4B97-A653-E3ED8DB3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B59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B593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7A6C7-CCE6-4990-A2B2-B6F6C54C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300 g Arborio or Carnaroli rice</a:t>
            </a:r>
          </a:p>
          <a:p xmlns:a="http://schemas.openxmlformats.org/drawingml/2006/main">
            <a:pPr>
              <a:defRPr sz="225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1.2–1.5 L low-sodium vegetable stock</a:t>
            </a:r>
          </a:p>
          <a:p xmlns:a="http://schemas.openxmlformats.org/drawingml/2006/main">
            <a:pPr>
              <a:defRPr sz="225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1 small onion, finely diced</a:t>
            </a:r>
          </a:p>
          <a:p xmlns:a="http://schemas.openxmlformats.org/drawingml/2006/main">
            <a:pPr>
              <a:defRPr sz="225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1 tbsp olive oil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B69D3-911B-4D2B-8818-9F31798D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40 g unsalted butter, divided</a:t>
            </a:r>
          </a:p>
          <a:p xmlns:a="http://schemas.openxmlformats.org/drawingml/2006/main">
            <a:pPr>
              <a:defRPr sz="225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120 mL dry white wine (optional)</a:t>
            </a:r>
          </a:p>
          <a:p xmlns:a="http://schemas.openxmlformats.org/drawingml/2006/main">
            <a:pPr>
              <a:defRPr sz="225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75 g Parmesan, finely grated</a:t>
            </a:r>
          </a:p>
          <a:p xmlns:a="http://schemas.openxmlformats.org/drawingml/2006/main">
            <a:pPr>
              <a:defRPr sz="225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Salt and freshly ground black pepper</a:t>
            </a:r>
          </a:p>
        </p:txBody>
      </p:sp>
    </p:spTree>
    <p:extLst>
      <p:ext uri="{BB962C8B-B14F-4D97-AF65-F5344CB8AC3E}">
        <p14:creationId xmlns:p14="http://schemas.microsoft.com/office/powerpoint/2010/main" val="960820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B88E6-74F6-4F2A-B9DF-9F3D1BDE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"/>
            <a:ext cx="1071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93E32"/>
                </a:solidFill>
                <a:latin typeface="Arial"/>
                <a:ea typeface="Arial"/>
                <a:cs typeface="Arial"/>
              </a:rPr>
              <a:t>The base &amp; the first ladle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653E1-14C8-4FC1-A42E-F5FC8D9B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B59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B593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41AB6-E19A-498A-B4D8-E51416ED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9B59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9B593B"/>
                </a:solidFill>
                <a:latin typeface="Arial"/>
                <a:ea typeface="Arial"/>
                <a:cs typeface="Arial"/>
              </a:rPr>
              <a:t>1   Warm the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40A3B-C631-42E9-BA77-23B6F25C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955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Keep the stock at a gentle simmer in a small saucepan.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5BDFE-641F-4FBE-8C71-45D80B73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9B59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9B593B"/>
                </a:solidFill>
                <a:latin typeface="Arial"/>
                <a:ea typeface="Arial"/>
                <a:cs typeface="Arial"/>
              </a:rPr>
              <a:t>2   Soften the onion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26AC2-DAA7-48FB-841A-23DDBDC1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05225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Heat oil and 20 g butter over medium-low heat. Add onion</a:t>
            </a:r>
          </a:p>
          <a:p xmlns:a="http://schemas.openxmlformats.org/drawingml/2006/main">
            <a:pPr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and cook for 5–7 minutes until soft, without browning.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8326C0-EE6F-46AC-AFC4-F1FECD7C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529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9B59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9B593B"/>
                </a:solidFill>
                <a:latin typeface="Arial"/>
                <a:ea typeface="Arial"/>
                <a:cs typeface="Arial"/>
              </a:rPr>
              <a:t>3   Toast the rice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49156-E8C4-4797-8FCF-CBB9AC37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1495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Stir in unwashed rice for 2 minutes. Add wine and stir until</a:t>
            </a:r>
          </a:p>
          <a:p xmlns:a="http://schemas.openxmlformats.org/drawingml/2006/main">
            <a:pPr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nearly absorbed, about 1–2 minutes. Or use extra stock.</a:t>
            </a:r>
          </a:p>
        </p:txBody>
      </p:sp>
    </p:spTree>
    <p:extLst>
      <p:ext uri="{BB962C8B-B14F-4D97-AF65-F5344CB8AC3E}">
        <p14:creationId xmlns:p14="http://schemas.microsoft.com/office/powerpoint/2010/main" val="15860513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6F285-0DE3-41F5-818D-AA9CC6F0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"/>
            <a:ext cx="1071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93E32"/>
                </a:solidFill>
                <a:latin typeface="Arial"/>
                <a:ea typeface="Arial"/>
                <a:cs typeface="Arial"/>
              </a:rPr>
              <a:t>Gentle simmer &amp; creamy finish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0452F2-5645-4CC0-A491-18D299A2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B59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B593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5F3A1-5D46-451D-910B-C04DC0BB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97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9B59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9B593B"/>
                </a:solidFill>
                <a:latin typeface="Arial"/>
                <a:ea typeface="Arial"/>
                <a:cs typeface="Arial"/>
              </a:rPr>
              <a:t>4   Add stock gradually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7003F-EE59-4F13-BCAF-1BA83245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81225"/>
            <a:ext cx="10096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Add 150–200 mL hot stock at a time. Stir often, keeping a gentle</a:t>
            </a:r>
          </a:p>
          <a:p xmlns:a="http://schemas.openxmlformats.org/drawingml/2006/main">
            <a:pPr>
              <a:defRPr sz="2025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simmer. Add more when the previous addition is mostly absorbed.</a:t>
            </a:r>
          </a:p>
          <a:p xmlns:a="http://schemas.openxmlformats.org/drawingml/2006/main">
            <a:pPr>
              <a:defRPr sz="2025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Cook for 18–22 minutes from the first stock addition, until the rice</a:t>
            </a:r>
          </a:p>
          <a:p xmlns:a="http://schemas.openxmlformats.org/drawingml/2006/main">
            <a:pPr>
              <a:defRPr sz="2025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is tender with a slight bite. You may not need all the stock.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CC02E-B6F0-475A-B28A-1E7AA9AA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9B59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9B593B"/>
                </a:solidFill>
                <a:latin typeface="Arial"/>
                <a:ea typeface="Arial"/>
                <a:cs typeface="Arial"/>
              </a:rPr>
              <a:t>5   Finish off the heat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7E9CF-25EB-47ED-BF7D-F4CDBB68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14875"/>
            <a:ext cx="10096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Stir in the remaining 20 g butter and Parmesan. Add hot stock</a:t>
            </a:r>
          </a:p>
          <a:p xmlns:a="http://schemas.openxmlformats.org/drawingml/2006/main">
            <a:pPr>
              <a:defRPr sz="2025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as needed so the risotto flows gently when you tilt the pan.</a:t>
            </a:r>
          </a:p>
          <a:p xmlns:a="http://schemas.openxmlformats.org/drawingml/2006/main">
            <a:pPr>
              <a:defRPr sz="2025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Taste, season with salt and pepper, and rest for 1 minute.</a:t>
            </a:r>
          </a:p>
          <a:p xmlns:a="http://schemas.openxmlformats.org/drawingml/2006/main">
            <a:pPr>
              <a:defRPr sz="2025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Serve immediately in warm shallow bowls.</a:t>
            </a:r>
          </a:p>
        </p:txBody>
      </p:sp>
    </p:spTree>
    <p:extLst>
      <p:ext uri="{BB962C8B-B14F-4D97-AF65-F5344CB8AC3E}">
        <p14:creationId xmlns:p14="http://schemas.microsoft.com/office/powerpoint/2010/main" val="10025118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2026-10-07T07:57:42.4970000Z</dcterms:created>
  <dcterms:modified xsi:type="dcterms:W3CDTF">2026-10-07T07:57:42.4970000Z</dcterms:modified>
</coreProperties>
</file>