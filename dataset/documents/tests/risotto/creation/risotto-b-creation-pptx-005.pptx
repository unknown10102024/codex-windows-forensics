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0479c569c4265" /><Relationship Type="http://schemas.openxmlformats.org/officeDocument/2006/relationships/extended-properties" Target="/docProps/app.xml" Id="Ra292c1739c9b40b4" /><Relationship Type="http://schemas.openxmlformats.org/officeDocument/2006/relationships/officeDocument" Target="/ppt/presentation.xml" Id="R10db89ce43644a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3ae2e24cc4427"/>
  </p:sldMasterIdLst>
  <p:notesMasterIdLst>
    <p:notesMasterId xmlns:r="http://schemas.openxmlformats.org/officeDocument/2006/relationships" r:id="R69613814412e4a42"/>
  </p:notesMasterIdLst>
  <p:sldIdLst>
    <p:sldId xmlns:r="http://schemas.openxmlformats.org/officeDocument/2006/relationships" id="256" r:id="R321387aa90fc4399"/>
    <p:sldId xmlns:r="http://schemas.openxmlformats.org/officeDocument/2006/relationships" id="257" r:id="R930b808d4b0b4335"/>
    <p:sldId xmlns:r="http://schemas.openxmlformats.org/officeDocument/2006/relationships" id="258" r:id="Rb59d96b0f626474c"/>
    <p:sldId xmlns:r="http://schemas.openxmlformats.org/officeDocument/2006/relationships" id="259" r:id="R24c91e3cfb6748aa"/>
    <p:sldId xmlns:r="http://schemas.openxmlformats.org/officeDocument/2006/relationships" id="260" r:id="Rc37364b719014a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fd8743cc0c428c" /><Relationship Type="http://schemas.openxmlformats.org/officeDocument/2006/relationships/slideMaster" Target="/ppt/slideMasters/slideMaster1.xml" Id="R0013ae2e24cc4427" /><Relationship Type="http://schemas.openxmlformats.org/officeDocument/2006/relationships/notesMaster" Target="/ppt/notesMasters/notesMaster1.xml" Id="R69613814412e4a42" /><Relationship Type="http://schemas.openxmlformats.org/officeDocument/2006/relationships/presProps" Target="/ppt/presProps.xml" Id="R3bfdc1133a5f44bc" /><Relationship Type="http://schemas.openxmlformats.org/officeDocument/2006/relationships/tableStyles" Target="/ppt/tableStyles.xml" Id="Rd2613b9dfd654f53" /><Relationship Type="http://schemas.openxmlformats.org/officeDocument/2006/relationships/slide" Target="/ppt/slides/slide1.xml" Id="R321387aa90fc4399" /><Relationship Type="http://schemas.openxmlformats.org/officeDocument/2006/relationships/slide" Target="/ppt/slides/slide2.xml" Id="R930b808d4b0b4335" /><Relationship Type="http://schemas.openxmlformats.org/officeDocument/2006/relationships/slide" Target="/ppt/slides/slide3.xml" Id="Rb59d96b0f626474c" /><Relationship Type="http://schemas.openxmlformats.org/officeDocument/2006/relationships/slide" Target="/ppt/slides/slide4.xml" Id="R24c91e3cfb6748aa" /><Relationship Type="http://schemas.openxmlformats.org/officeDocument/2006/relationships/slide" Target="/ppt/slides/slide5.xml" Id="Rc37364b71901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3d54a61a02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abb35763af4f3c" /><Relationship Type="http://schemas.openxmlformats.org/officeDocument/2006/relationships/notesMaster" Target="/ppt/notesMasters/notesMaster1.xml" Id="R52bb9cf18799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d1caab1b54313" /><Relationship Type="http://schemas.openxmlformats.org/officeDocument/2006/relationships/notesMaster" Target="/ppt/notesMasters/notesMaster1.xml" Id="R32bee88f73fe47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3a29f62c24d2a" /><Relationship Type="http://schemas.openxmlformats.org/officeDocument/2006/relationships/notesMaster" Target="/ppt/notesMasters/notesMaster1.xml" Id="Rf7c959d5e5cd43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31205ebf0b4ea4" /><Relationship Type="http://schemas.openxmlformats.org/officeDocument/2006/relationships/notesMaster" Target="/ppt/notesMasters/notesMaster1.xml" Id="R4f03962c57d3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b236e52a5d40fa" /><Relationship Type="http://schemas.openxmlformats.org/officeDocument/2006/relationships/notesMaster" Target="/ppt/notesMasters/notesMaster1.xml" Id="R3dfa25cbe40a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90cb1679748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a5c80d5c24ac4" /><Relationship Type="http://schemas.openxmlformats.org/officeDocument/2006/relationships/slideLayout" Target="/ppt/slideLayouts/slideLayout1.xml" Id="R2e2f96a9d02b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2f96a9d02b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2b9302c8c4925" /><Relationship Type="http://schemas.openxmlformats.org/officeDocument/2006/relationships/notesSlide" Target="/ppt/notesSlides/notesSlide1.xml" Id="R659dc6a22f3442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7a07d761f456f" /><Relationship Type="http://schemas.openxmlformats.org/officeDocument/2006/relationships/notesSlide" Target="/ppt/notesSlides/notesSlide2.xml" Id="R88e4d91ec2ed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d95cd15c44f01" /><Relationship Type="http://schemas.openxmlformats.org/officeDocument/2006/relationships/notesSlide" Target="/ppt/notesSlides/notesSlide3.xml" Id="R38f4eb2d53e948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f221687d641ee" /><Relationship Type="http://schemas.openxmlformats.org/officeDocument/2006/relationships/notesSlide" Target="/ppt/notesSlides/notesSlide4.xml" Id="R96fb609e2c7741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ba16056e544f3" /><Relationship Type="http://schemas.openxmlformats.org/officeDocument/2006/relationships/notesSlide" Target="/ppt/notesSlides/notesSlide5.xml" Id="Rf5f4d99cc68a40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53475-DA62-48F0-8109-FE9740B9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6F1E7"/>
                </a:solidFill>
                <a:latin typeface="Arial"/>
                <a:ea typeface="Arial"/>
                <a:cs typeface="Arial"/>
              </a:rPr>
              <a:t>Classic Parmesan</a:t>
            </a:r>
          </a:p>
          <a:p xmlns:a="http://schemas.openxmlformats.org/drawingml/2006/main">
            <a:pPr>
              <a:defRPr sz="6450" b="1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6F1E7"/>
                </a:solidFill>
                <a:latin typeface="Arial"/>
                <a:ea typeface="Arial"/>
                <a:cs typeface="Arial"/>
              </a:rPr>
              <a:t>Risotto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CC82B-3039-4514-A86D-1FA4F844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1E7"/>
                </a:solidFill>
                <a:latin typeface="Arial"/>
                <a:ea typeface="Arial"/>
                <a:cs typeface="Arial"/>
              </a:rPr>
              <a:t>Creamy rice with butter and freshly grated cheese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82CD4-5A79-4392-A833-C120C51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CBA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CBAA"/>
                </a:solidFill>
                <a:latin typeface="Arial"/>
                <a:ea typeface="Arial"/>
                <a:cs typeface="Arial"/>
              </a:rPr>
              <a:t>Serves 4     /     Prep 10 min     /     Cook about 30 min</a:t>
            </a:r>
          </a:p>
        </p:txBody>
      </p:sp>
    </p:spTree>
    <p:extLst>
      <p:ext uri="{BB962C8B-B14F-4D97-AF65-F5344CB8AC3E}">
        <p14:creationId xmlns:p14="http://schemas.microsoft.com/office/powerpoint/2010/main" val="1197037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09FB9-509E-49FC-8798-B4CC433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Ingredients for 4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38915-FE30-432C-92A1-CE55229B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E985B-F43B-4013-89F1-6D1C7B86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THE RICE &amp;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0AFFD-2575-42B3-B411-014B011A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51911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120 mL dry white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3AC78-28CA-4E99-A04A-067B33AE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THE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C6DC0-4873-4FEA-99EE-850FB4E0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3360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7F7CD-CC0E-4738-BCCD-C7BD45E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Wine-free option: replace wine with 120 mL extra stock.</a:t>
            </a:r>
          </a:p>
          <a:p xmlns:a="http://schemas.openxmlformats.org/drawingml/2006/main">
            <a:pPr>
              <a:defRPr sz="1800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Equipment: wide heavy pan, small saucepan, ladle and spoon.</a:t>
            </a:r>
          </a:p>
        </p:txBody>
      </p:sp>
    </p:spTree>
    <p:extLst>
      <p:ext uri="{BB962C8B-B14F-4D97-AF65-F5344CB8AC3E}">
        <p14:creationId xmlns:p14="http://schemas.microsoft.com/office/powerpoint/2010/main" val="418390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A769C-DA75-4B86-9B87-6FCF5A5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The aromatic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16262-545B-4585-8852-12244C8B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2D11C-953F-4DD3-A1C2-F811E83A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15648-D2DC-4347-8B5D-36AE758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335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DBBD8-1FC6-4C3F-A93B-BB72872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57425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Bring stock to a gentle simmer in a saucepan. Keep it hot on low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8CEEE-F8B7-4FA5-A810-75201FA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B3B31-5BBB-45CD-B1BD-2CBFC7D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956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Soften the onion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0C0BE-C8E9-4D34-A1C4-CD963BB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Heat oil and 20 g butter in the wide pan over medium-low heat.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onion and cook 5–7 minutes until soft, without browning.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4C7B0-CE9F-49F2-89D8-F742FE45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88184-254E-4764-B324-01451F8D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Toast the 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49E19-7BE5-472A-ABF8-07996D4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5782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unwashed rice. Stir for 2 minutes until the grains feel hot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and their edges look slightly translucent.</a:t>
            </a:r>
          </a:p>
        </p:txBody>
      </p:sp>
    </p:spTree>
    <p:extLst>
      <p:ext uri="{BB962C8B-B14F-4D97-AF65-F5344CB8AC3E}">
        <p14:creationId xmlns:p14="http://schemas.microsoft.com/office/powerpoint/2010/main" val="132167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650CB-E6B3-4075-AACD-CD05A744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Wine, stock and a gentle simmer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AD2F7-FB8B-42BA-B79B-F8D60FD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31AA1-7527-453E-906B-6759CCA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AAE89-0ABA-4D86-A044-AE4E9938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the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EF6B5-D2A3-4D16-B008-AFC1ECA1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942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Pour in wine and stir for 1–2 minutes, until almost absorbed.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CE75F-A30A-48CA-81DF-E4E684FE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FD87A-904D-419E-89A7-FA9A442A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hot stock gradually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960D7-A97E-4B2C-B735-175F59EA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9429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a ladle of hot stock, about 150 mL. Simmer gently, stirring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often. Add another ladle when most liquid has absorbed.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Keep the rice moist and scrape the bottom to prevent sticking.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A4D70-9C44-4D91-929E-8A38D32E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72075"/>
            <a:ext cx="9429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Start tasting after 16 minutes. Rice usually takes 18–22 minutes</a:t>
            </a:r>
          </a:p>
          <a:p xmlns:a="http://schemas.openxmlformats.org/drawingml/2006/main">
            <a:pPr>
              <a:defRPr sz="1875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from the first stock addition. Aim for a tender grain with a slight bite.</a:t>
            </a:r>
          </a:p>
          <a:p xmlns:a="http://schemas.openxmlformats.org/drawingml/2006/main">
            <a:pPr>
              <a:defRPr sz="1875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You may not need all the stock. Add hot water if you run short.</a:t>
            </a:r>
          </a:p>
        </p:txBody>
      </p:sp>
    </p:spTree>
    <p:extLst>
      <p:ext uri="{BB962C8B-B14F-4D97-AF65-F5344CB8AC3E}">
        <p14:creationId xmlns:p14="http://schemas.microsoft.com/office/powerpoint/2010/main" val="478905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5D950-190F-4BC7-A7F9-F3CCC3F7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A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3117F-61C0-4502-A446-6B1058F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3A8C-EC00-46EF-9102-4F715F8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4E697-258C-456B-89C8-F36D0C3A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47825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AA6EB-8280-4B54-B2C4-1D791A8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Remove the pan from heat. Stir in the remaining 30 g butter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and 80 g Parmesan. Add a splash of hot stock to loosen.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18820-A59B-4553-B28A-75944BF7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45E13-05A6-4B09-9D49-BAF8181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956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Season and 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E052C-AB74-4C62-8BC8-4E9C395E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Rest for 1 minute, then taste and add salt and pepper.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Serve immediately in warm shallow bowls.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C1386-EAB0-4BCA-A09B-B50D5F17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TEXTURE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79189-AF20-4C00-94AA-05B86F7F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72125"/>
            <a:ext cx="942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Risotto should spread gently when you tilt the bowl.</a:t>
            </a:r>
          </a:p>
          <a:p xmlns:a="http://schemas.openxmlformats.org/drawingml/2006/main">
            <a:pPr>
              <a:defRPr sz="202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If it sits in a stiff mound, stir in more hot stock before serving.</a:t>
            </a:r>
          </a:p>
        </p:txBody>
      </p:sp>
    </p:spTree>
    <p:extLst>
      <p:ext uri="{BB962C8B-B14F-4D97-AF65-F5344CB8AC3E}">
        <p14:creationId xmlns:p14="http://schemas.microsoft.com/office/powerpoint/2010/main" val="115596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2026-10-07T07:57:41.1520000Z</dcterms:created>
  <dcterms:modified xsi:type="dcterms:W3CDTF">2026-10-07T07:57:41.1530000Z</dcterms:modified>
</coreProperties>
</file>