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bca7cb6364a1c" /><Relationship Type="http://schemas.openxmlformats.org/officeDocument/2006/relationships/extended-properties" Target="/docProps/app.xml" Id="Rbce1417b3814426f" /><Relationship Type="http://schemas.openxmlformats.org/officeDocument/2006/relationships/officeDocument" Target="/ppt/presentation.xml" Id="Rb528936f816140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ca7e994284455"/>
  </p:sldMasterIdLst>
  <p:notesMasterIdLst>
    <p:notesMasterId xmlns:r="http://schemas.openxmlformats.org/officeDocument/2006/relationships" r:id="R605af158fcd94699"/>
  </p:notesMasterIdLst>
  <p:sldIdLst>
    <p:sldId xmlns:r="http://schemas.openxmlformats.org/officeDocument/2006/relationships" id="256" r:id="R92b7322129f04c64"/>
    <p:sldId xmlns:r="http://schemas.openxmlformats.org/officeDocument/2006/relationships" id="257" r:id="R3b1eb9ca32c44f58"/>
    <p:sldId xmlns:r="http://schemas.openxmlformats.org/officeDocument/2006/relationships" id="258" r:id="Rca594c44013647a8"/>
    <p:sldId xmlns:r="http://schemas.openxmlformats.org/officeDocument/2006/relationships" id="259" r:id="Ra069478828b2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2fcd5c6c54784" /><Relationship Type="http://schemas.openxmlformats.org/officeDocument/2006/relationships/slideMaster" Target="/ppt/slideMasters/slideMaster1.xml" Id="R2efca7e994284455" /><Relationship Type="http://schemas.openxmlformats.org/officeDocument/2006/relationships/notesMaster" Target="/ppt/notesMasters/notesMaster1.xml" Id="R605af158fcd94699" /><Relationship Type="http://schemas.openxmlformats.org/officeDocument/2006/relationships/presProps" Target="/ppt/presProps.xml" Id="R6fcde6a2438f4ed4" /><Relationship Type="http://schemas.openxmlformats.org/officeDocument/2006/relationships/tableStyles" Target="/ppt/tableStyles.xml" Id="Ra2a1ca0e44a64d22" /><Relationship Type="http://schemas.openxmlformats.org/officeDocument/2006/relationships/slide" Target="/ppt/slides/slide1.xml" Id="R92b7322129f04c64" /><Relationship Type="http://schemas.openxmlformats.org/officeDocument/2006/relationships/slide" Target="/ppt/slides/slide2.xml" Id="R3b1eb9ca32c44f58" /><Relationship Type="http://schemas.openxmlformats.org/officeDocument/2006/relationships/slide" Target="/ppt/slides/slide3.xml" Id="Rca594c44013647a8" /><Relationship Type="http://schemas.openxmlformats.org/officeDocument/2006/relationships/slide" Target="/ppt/slides/slide4.xml" Id="Ra069478828b2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6f30c5adf44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f1e00ddb149b1" /><Relationship Type="http://schemas.openxmlformats.org/officeDocument/2006/relationships/notesMaster" Target="/ppt/notesMasters/notesMaster1.xml" Id="Rb755065f7f7a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bc0a136534c70" /><Relationship Type="http://schemas.openxmlformats.org/officeDocument/2006/relationships/notesMaster" Target="/ppt/notesMasters/notesMaster1.xml" Id="R294274c078fe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22552e370402c" /><Relationship Type="http://schemas.openxmlformats.org/officeDocument/2006/relationships/notesMaster" Target="/ppt/notesMasters/notesMaster1.xml" Id="R475a3976ee1744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99754b86743c4" /><Relationship Type="http://schemas.openxmlformats.org/officeDocument/2006/relationships/notesMaster" Target="/ppt/notesMasters/notesMaster1.xml" Id="R3c291cd301c3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beb24b45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ce1fcc1764426" /><Relationship Type="http://schemas.openxmlformats.org/officeDocument/2006/relationships/slideLayout" Target="/ppt/slideLayouts/slideLayout1.xml" Id="R7751d7570cf0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1d7570cf0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475ca73ca49fb" /><Relationship Type="http://schemas.openxmlformats.org/officeDocument/2006/relationships/notesSlide" Target="/ppt/notesSlides/notesSlide1.xml" Id="R9743c038b94f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75608f8e24936" /><Relationship Type="http://schemas.openxmlformats.org/officeDocument/2006/relationships/notesSlide" Target="/ppt/notesSlides/notesSlide2.xml" Id="Rea8adb4a94b5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53bcb0b043bc" /><Relationship Type="http://schemas.openxmlformats.org/officeDocument/2006/relationships/notesSlide" Target="/ppt/notesSlides/notesSlide3.xml" Id="R1e8601999fc5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0cf77cbae4d35" /><Relationship Type="http://schemas.openxmlformats.org/officeDocument/2006/relationships/notesSlide" Target="/ppt/notesSlides/notesSlide4.xml" Id="Rf6c48e7a40b4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A5E90-7858-40D7-9102-61F1139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Classic Parmesan</a:t>
            </a:r>
          </a:p>
          <a:p xmlns:a="http://schemas.openxmlformats.org/drawingml/2006/main">
            <a:pPr>
              <a:defRPr sz="57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370D4-DBAA-4167-9A53-ED7C3A3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8"/>
                </a:solidFill>
                <a:latin typeface="Arial"/>
                <a:ea typeface="Arial"/>
                <a:cs typeface="Arial"/>
              </a:rPr>
              <a:t>Creamy rice, warm stock and freshly grated cheese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12046-268E-42AF-AACD-777C079E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D6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D6BF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defRPr sz="2025" b="0">
                <a:solidFill>
                  <a:srgbClr val="E1D6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D6BF"/>
                </a:solidFill>
                <a:latin typeface="Arial"/>
                <a:ea typeface="Arial"/>
                <a:cs typeface="Arial"/>
              </a:rPr>
              <a:t>Prep 10 minutes   /  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860091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53D63-6265-438A-8864-19125C51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211B-A43D-41AE-BA5D-70ACDF5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0535F-3F5C-44F9-938D-928457E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552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2 tbsp olive oil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E402-40FD-433E-B084-E605587C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24025"/>
            <a:ext cx="49053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E8788-BDA7-476F-83EB-146A45B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5D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5D50"/>
                </a:solidFill>
                <a:latin typeface="Arial"/>
                <a:ea typeface="Arial"/>
                <a:cs typeface="Arial"/>
              </a:rPr>
              <a:t>Equipment: wide heavy saucepan, small stockpot and ladle.</a:t>
            </a:r>
          </a:p>
          <a:p xmlns:a="http://schemas.openxmlformats.org/drawingml/2006/main">
            <a:pPr>
              <a:defRPr sz="1800" b="0">
                <a:solidFill>
                  <a:srgbClr val="625D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5D50"/>
                </a:solidFill>
                <a:latin typeface="Arial"/>
                <a:ea typeface="Arial"/>
                <a:cs typeface="Arial"/>
              </a:rPr>
              <a:t>Without wine: use 120 ml extra stock. For a vegetarian version, use vegetarian hard cheese.</a:t>
            </a:r>
          </a:p>
        </p:txBody>
      </p:sp>
    </p:spTree>
    <p:extLst>
      <p:ext uri="{BB962C8B-B14F-4D97-AF65-F5344CB8AC3E}">
        <p14:creationId xmlns:p14="http://schemas.microsoft.com/office/powerpoint/2010/main" val="46110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55652-DC2D-49CE-8E15-8DD6F46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The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A7DB1-A2D1-41E1-BB1E-5B98A98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66571-2B84-46CC-8205-87006D81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BD292-ACA5-480E-9BA6-BD6D124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7049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F5C0-ECD3-4CAC-A3B5-6D32D5A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28850"/>
            <a:ext cx="971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Bring the stock to a gentle simmer in a separate pot. Keep it hot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throughout cooking. Leave the rice unrinsed to retain its starch.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B359-A29A-4896-9849-E7E0C2D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63E7E-54E7-4579-9340-F5B3652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33750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Soften the onion and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C0657-1399-4EF1-94F4-DA98CE9C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57625"/>
            <a:ext cx="971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Heat the oil and 20 g butter over medium heat. Cook the onion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for 5–6 minutes until soft. Add the rice and stir for 2 minutes.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304E9-F951-421B-A5D7-04747DF9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4147-FD95-44BF-B186-A5659366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33950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825BB-618A-4CF4-89DD-B65B5A8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578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Pour in the wine and stir for 1–2 minutes, until almost absorbed.</a:t>
            </a:r>
          </a:p>
        </p:txBody>
      </p:sp>
    </p:spTree>
    <p:extLst>
      <p:ext uri="{BB962C8B-B14F-4D97-AF65-F5344CB8AC3E}">
        <p14:creationId xmlns:p14="http://schemas.microsoft.com/office/powerpoint/2010/main" val="652415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09D5A-266E-4C67-B3D1-E59DBD6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Cooking and finishing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289E6-4755-43D3-B54F-550D1B6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FBC08-775D-40C6-B1F4-3A46265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7B96-0D2F-4848-8701-16CA034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668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hot stock gradually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EEBBF-15BD-43F8-828F-F32497B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190750"/>
            <a:ext cx="971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one ladle, about 150 ml, and simmer gently. Stir frequently.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When most liquid has absorbed, add another ladle. Repeat for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18–22 minutes, until tender with a slight bite. You may not use all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the stock. Add hot water if the stock runs out before the rice is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F1010-FE5F-41C7-90D4-BAFD072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90EC7-770F-40DE-86FD-C5CCBC4B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814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F7F1B-4B3C-4EE2-ACDE-0E709C1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05350"/>
            <a:ext cx="971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Stir in the remaining 30 g butter and the Parmesan. Add a splash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of stock so the risotto flows gently when spooned onto a plate.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Season to taste, rest for 1 minute and serve immediately.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Finish with black pepper and parsley, if using.</a:t>
            </a:r>
          </a:p>
        </p:txBody>
      </p:sp>
    </p:spTree>
    <p:extLst>
      <p:ext uri="{BB962C8B-B14F-4D97-AF65-F5344CB8AC3E}">
        <p14:creationId xmlns:p14="http://schemas.microsoft.com/office/powerpoint/2010/main" val="42060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2026-10-07T07:57:47.4020000Z</dcterms:created>
  <dcterms:modified xsi:type="dcterms:W3CDTF">2026-10-07T07:57:47.4020000Z</dcterms:modified>
</coreProperties>
</file>