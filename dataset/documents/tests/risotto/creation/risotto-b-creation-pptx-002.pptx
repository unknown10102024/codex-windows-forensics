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198a30a5f1457d" /><Relationship Type="http://schemas.openxmlformats.org/officeDocument/2006/relationships/extended-properties" Target="/docProps/app.xml" Id="R3dad52921598462f" /><Relationship Type="http://schemas.openxmlformats.org/officeDocument/2006/relationships/officeDocument" Target="/ppt/presentation.xml" Id="R8d3c06cf521b4b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1b57e739f0440a"/>
  </p:sldMasterIdLst>
  <p:notesMasterIdLst>
    <p:notesMasterId xmlns:r="http://schemas.openxmlformats.org/officeDocument/2006/relationships" r:id="Rc9cef13de62e47b6"/>
  </p:notesMasterIdLst>
  <p:sldIdLst>
    <p:sldId xmlns:r="http://schemas.openxmlformats.org/officeDocument/2006/relationships" id="256" r:id="R298fee0be9924d4f"/>
    <p:sldId xmlns:r="http://schemas.openxmlformats.org/officeDocument/2006/relationships" id="257" r:id="R2c28982c62994401"/>
    <p:sldId xmlns:r="http://schemas.openxmlformats.org/officeDocument/2006/relationships" id="258" r:id="Ra0d5736c0eab4948"/>
    <p:sldId xmlns:r="http://schemas.openxmlformats.org/officeDocument/2006/relationships" id="259" r:id="Rd82f1c6183ec4f73"/>
    <p:sldId xmlns:r="http://schemas.openxmlformats.org/officeDocument/2006/relationships" id="260" r:id="R56ab51f8c4444c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d69ca66fd4415d" /><Relationship Type="http://schemas.openxmlformats.org/officeDocument/2006/relationships/slideMaster" Target="/ppt/slideMasters/slideMaster1.xml" Id="Rb31b57e739f0440a" /><Relationship Type="http://schemas.openxmlformats.org/officeDocument/2006/relationships/notesMaster" Target="/ppt/notesMasters/notesMaster1.xml" Id="Rc9cef13de62e47b6" /><Relationship Type="http://schemas.openxmlformats.org/officeDocument/2006/relationships/presProps" Target="/ppt/presProps.xml" Id="R7cef8607ad0c4dad" /><Relationship Type="http://schemas.openxmlformats.org/officeDocument/2006/relationships/tableStyles" Target="/ppt/tableStyles.xml" Id="R6f65150784974302" /><Relationship Type="http://schemas.openxmlformats.org/officeDocument/2006/relationships/slide" Target="/ppt/slides/slide1.xml" Id="R298fee0be9924d4f" /><Relationship Type="http://schemas.openxmlformats.org/officeDocument/2006/relationships/slide" Target="/ppt/slides/slide2.xml" Id="R2c28982c62994401" /><Relationship Type="http://schemas.openxmlformats.org/officeDocument/2006/relationships/slide" Target="/ppt/slides/slide3.xml" Id="Ra0d5736c0eab4948" /><Relationship Type="http://schemas.openxmlformats.org/officeDocument/2006/relationships/slide" Target="/ppt/slides/slide4.xml" Id="Rd82f1c6183ec4f73" /><Relationship Type="http://schemas.openxmlformats.org/officeDocument/2006/relationships/slide" Target="/ppt/slides/slide5.xml" Id="R56ab51f8c4444c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d35b89d5ca4d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96811ca80f40c0" /><Relationship Type="http://schemas.openxmlformats.org/officeDocument/2006/relationships/notesMaster" Target="/ppt/notesMasters/notesMaster1.xml" Id="Ra497e53207ec42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d1e4611b4e4a89" /><Relationship Type="http://schemas.openxmlformats.org/officeDocument/2006/relationships/notesMaster" Target="/ppt/notesMasters/notesMaster1.xml" Id="R1f2e9781d7cf43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3a957389844b3f" /><Relationship Type="http://schemas.openxmlformats.org/officeDocument/2006/relationships/notesMaster" Target="/ppt/notesMasters/notesMaster1.xml" Id="R2f0b4cbdb12e46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e9ede11c464996" /><Relationship Type="http://schemas.openxmlformats.org/officeDocument/2006/relationships/notesMaster" Target="/ppt/notesMasters/notesMaster1.xml" Id="Rb6fe76e9f9f541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799a5c2a5e4e72" /><Relationship Type="http://schemas.openxmlformats.org/officeDocument/2006/relationships/notesMaster" Target="/ppt/notesMasters/notesMaster1.xml" Id="Rbc081b738ec843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home-cooking recipe. Timing and stock use vary with the rice, pan and heat. Serves four as a modest main course or six as a starter.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2f4982400f4b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c07e8c0ca7443f" /><Relationship Type="http://schemas.openxmlformats.org/officeDocument/2006/relationships/slideLayout" Target="/ppt/slideLayouts/slideLayout1.xml" Id="R876e252678f845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6e252678f845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1031c3c0b4ea4" /><Relationship Type="http://schemas.openxmlformats.org/officeDocument/2006/relationships/notesSlide" Target="/ppt/notesSlides/notesSlide1.xml" Id="R468227f5ae4e4e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ad0838a704366" /><Relationship Type="http://schemas.openxmlformats.org/officeDocument/2006/relationships/notesSlide" Target="/ppt/notesSlides/notesSlide2.xml" Id="Rd75b3882dde14d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1992d222140f0" /><Relationship Type="http://schemas.openxmlformats.org/officeDocument/2006/relationships/notesSlide" Target="/ppt/notesSlides/notesSlide3.xml" Id="R3ebd172aaddf4c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27c915f3b4e09" /><Relationship Type="http://schemas.openxmlformats.org/officeDocument/2006/relationships/notesSlide" Target="/ppt/notesSlides/notesSlide4.xml" Id="Rec2177660b764c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c5ac84222463c" /><Relationship Type="http://schemas.openxmlformats.org/officeDocument/2006/relationships/notesSlide" Target="/ppt/notesSlides/notesSlide5.xml" Id="R3f914ce7012d4e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53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36EBE-E0FC-4AEB-9323-93C7C6F1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B7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B78C"/>
                </a:solidFill>
                <a:latin typeface="Arial"/>
                <a:ea typeface="Arial"/>
                <a:cs typeface="Arial"/>
              </a:rPr>
              <a:t>THE RECIPE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A085D-CE5D-46B7-8843-515DC586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0572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6F0E4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6F0E4"/>
                </a:solidFill>
                <a:latin typeface="Arial"/>
                <a:ea typeface="Arial"/>
                <a:cs typeface="Arial"/>
              </a:rPr>
              <a:t>Parmesan</a:t>
            </a:r>
          </a:p>
          <a:p xmlns:a="http://schemas.openxmlformats.org/drawingml/2006/main">
            <a:pPr>
              <a:defRPr sz="6600" b="1">
                <a:solidFill>
                  <a:srgbClr val="F6F0E4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6F0E4"/>
                </a:solidFill>
                <a:latin typeface="Arial"/>
                <a:ea typeface="Arial"/>
                <a:cs typeface="Arial"/>
              </a:rPr>
              <a:t>risotto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69D6B-2F56-450E-82B4-1D017F26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6F0E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6F0E4"/>
                </a:solidFill>
                <a:latin typeface="Arial"/>
                <a:ea typeface="Arial"/>
                <a:cs typeface="Arial"/>
              </a:rPr>
              <a:t>Creamy rice with butter and Parmesan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54B6C-FBD8-42EE-9C5E-4589A42C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B7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9B78C"/>
                </a:solidFill>
                <a:latin typeface="Arial"/>
                <a:ea typeface="Arial"/>
                <a:cs typeface="Arial"/>
              </a:rPr>
              <a:t>Serves 4      /      Prep 10 min      /      Cook about 30 min</a:t>
            </a:r>
          </a:p>
        </p:txBody>
      </p:sp>
    </p:spTree>
    <p:extLst>
      <p:ext uri="{BB962C8B-B14F-4D97-AF65-F5344CB8AC3E}">
        <p14:creationId xmlns:p14="http://schemas.microsoft.com/office/powerpoint/2010/main" val="16923330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92CEE-24D4-4710-A1CD-997DA1A8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Ingredients for four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A8F7F-1D14-4FCF-A783-F374DAC0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44F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13135-AD94-4158-8A2E-2DA399D2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44F32"/>
                </a:solidFill>
                <a:latin typeface="Arial"/>
                <a:ea typeface="Arial"/>
                <a:cs typeface="Arial"/>
              </a:rPr>
              <a:t>Rice and aromatics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B1E13-B85C-472D-8F2F-935961EC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575"/>
            <a:ext cx="519112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320 g Arborio or Carnaroli rice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1 small onion, finely chopped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1 tbsp olive oil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40 g unsalted butter, divided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120 ml dry white wine (optional)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73F51-03E9-48C7-828A-C2F22FE3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7640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44F32"/>
                </a:solidFill>
                <a:latin typeface="Arial"/>
                <a:ea typeface="Arial"/>
                <a:cs typeface="Arial"/>
              </a:rPr>
              <a:t>Stock and finishing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83152-8ECF-4EC5-98C3-4D6482DE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14575"/>
            <a:ext cx="48958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1.2–1.5 L low-sodium vegetable stock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80 g Parmesan, finely grated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Salt and freshly ground black pepper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1 tbsp chopped parsley (optional)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3AC3C-E5A3-4D88-A9BD-7D3F7898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4F32"/>
                </a:solidFill>
                <a:latin typeface="Arial"/>
                <a:ea typeface="Arial"/>
                <a:cs typeface="Arial"/>
              </a:rPr>
              <a:t>No wine? Replace it with 120 ml extra stock. Keep the rice unrinsed.</a:t>
            </a:r>
          </a:p>
        </p:txBody>
      </p:sp>
    </p:spTree>
    <p:extLst>
      <p:ext uri="{BB962C8B-B14F-4D97-AF65-F5344CB8AC3E}">
        <p14:creationId xmlns:p14="http://schemas.microsoft.com/office/powerpoint/2010/main" val="18960122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E3A7A-7355-47E9-963D-5F4AC45B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Preparation and toasting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E50ED-066C-42A3-977C-CEBC55F3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44F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E6F4A-FC5E-4416-A1BD-0844A7AB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44F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3A76A-B09A-4837-A49B-C13C1EB3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049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Warm the stock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35B49-EAC5-4BFC-B4F2-C8A4F56E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38375"/>
            <a:ext cx="9429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Keep the stock at a gentle simmer in a saucepan.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Use a wide, heavy pan for the rice.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7DFAE-F42D-42E9-BE7F-DE4C904C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44F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9D303-10E5-417D-A956-8BCE3405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813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Soften the onion, then toast the rice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5307C-4072-4054-966E-74EC561F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62400"/>
            <a:ext cx="9382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Heat the oil and 20 g butter over medium-low heat.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Cook the onion for 5–7 minutes until soft, without browning.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Add the rice and stir for 2 minutes to coat the grains.</a:t>
            </a:r>
          </a:p>
        </p:txBody>
      </p:sp>
    </p:spTree>
    <p:extLst>
      <p:ext uri="{BB962C8B-B14F-4D97-AF65-F5344CB8AC3E}">
        <p14:creationId xmlns:p14="http://schemas.microsoft.com/office/powerpoint/2010/main" val="350150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44A9C-F25F-4831-8B93-A935ED7D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Gradual stock, gentle simmer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75B7E-FFA9-44E9-9E7B-71E6E8FE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44F3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864B5-7BF8-4BBB-9396-7FE6C7A1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44F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D26C1-FFA9-4EFD-8F0D-DA001AF0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049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Add the wine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67B7B-4620-4D74-B7F7-B4838E02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38375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Pour in the wine and stir for 1–2 minutes,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until nearly absorbed.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D9966-A233-4685-A397-78E36C4A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44F3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551AE-54AD-4F2A-A7CE-0022481C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766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Cook the rice for about 18–22 minutes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EA946-B682-441E-A8FB-42C14E31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67150"/>
            <a:ext cx="942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Add hot stock a ladleful at a time (about 150 ml).</a:t>
            </a:r>
          </a:p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Stir often and add more when the previous ladle is mostly absorbed.</a:t>
            </a:r>
          </a:p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Maintain a gentle simmer. Taste near the end: the rice should</a:t>
            </a:r>
          </a:p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be tender with a slight bite. You may not need all the stock.</a:t>
            </a:r>
          </a:p>
        </p:txBody>
      </p:sp>
    </p:spTree>
    <p:extLst>
      <p:ext uri="{BB962C8B-B14F-4D97-AF65-F5344CB8AC3E}">
        <p14:creationId xmlns:p14="http://schemas.microsoft.com/office/powerpoint/2010/main" val="12460903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8FD10-E04E-4FCE-B207-F40CD3B6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Finishing and serving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9060D-6BFE-414F-B267-57DFDFCE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44F3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39F72-4179-4E2B-983D-01A0E809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44F3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797AA-4292-48A4-8E37-3558408F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049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Finish off the heat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8F5D1-67E4-4D50-9F29-58F10EC0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66950"/>
            <a:ext cx="9429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Stir in the remaining 20 g butter and the Parmesan.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Add a splash of hot stock until the risotto flows softly.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Taste, then season with salt and pepper. Rest for 1–2 minutes.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654D5-2B6C-460E-BB3B-BEECCF4C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576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44F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F32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397C0-26C5-4BCC-9C76-3EFAF019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00575"/>
            <a:ext cx="9429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Serve immediately in warm shallow bowls. Add parsley if using.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The risotto should spread gently when you tilt the bowl.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If it thickens before serving, stir in a little more hot stock.</a:t>
            </a:r>
          </a:p>
        </p:txBody>
      </p:sp>
    </p:spTree>
    <p:extLst>
      <p:ext uri="{BB962C8B-B14F-4D97-AF65-F5344CB8AC3E}">
        <p14:creationId xmlns:p14="http://schemas.microsoft.com/office/powerpoint/2010/main" val="666743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2026-10-07T07:57:35.7520000Z</dcterms:created>
  <dcterms:modified xsi:type="dcterms:W3CDTF">2026-10-07T07:57:35.7520000Z</dcterms:modified>
</coreProperties>
</file>