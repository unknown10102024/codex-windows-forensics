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0e090ef54b47e7" /><Relationship Type="http://schemas.openxmlformats.org/officeDocument/2006/relationships/extended-properties" Target="/docProps/app.xml" Id="R9d325a23dd8a4cf3" /><Relationship Type="http://schemas.openxmlformats.org/officeDocument/2006/relationships/officeDocument" Target="/ppt/presentation.xml" Id="Rf81faa12581e4c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25ee0a42714905"/>
  </p:sldMasterIdLst>
  <p:notesMasterIdLst>
    <p:notesMasterId xmlns:r="http://schemas.openxmlformats.org/officeDocument/2006/relationships" r:id="R2d59f48971c14fe8"/>
  </p:notesMasterIdLst>
  <p:sldIdLst>
    <p:sldId xmlns:r="http://schemas.openxmlformats.org/officeDocument/2006/relationships" id="256" r:id="Rc6e976da58e84d9e"/>
    <p:sldId xmlns:r="http://schemas.openxmlformats.org/officeDocument/2006/relationships" id="257" r:id="R9efbb6fce9a74494"/>
    <p:sldId xmlns:r="http://schemas.openxmlformats.org/officeDocument/2006/relationships" id="258" r:id="R0564f6826326414c"/>
    <p:sldId xmlns:r="http://schemas.openxmlformats.org/officeDocument/2006/relationships" id="259" r:id="Rb5a89057af4d42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3667ea8fd44cbb" /><Relationship Type="http://schemas.openxmlformats.org/officeDocument/2006/relationships/slideMaster" Target="/ppt/slideMasters/slideMaster1.xml" Id="R3e25ee0a42714905" /><Relationship Type="http://schemas.openxmlformats.org/officeDocument/2006/relationships/notesMaster" Target="/ppt/notesMasters/notesMaster1.xml" Id="R2d59f48971c14fe8" /><Relationship Type="http://schemas.openxmlformats.org/officeDocument/2006/relationships/presProps" Target="/ppt/presProps.xml" Id="Rab52687ed5354d01" /><Relationship Type="http://schemas.openxmlformats.org/officeDocument/2006/relationships/tableStyles" Target="/ppt/tableStyles.xml" Id="R5354efad522c43d4" /><Relationship Type="http://schemas.openxmlformats.org/officeDocument/2006/relationships/slide" Target="/ppt/slides/slide1.xml" Id="Rc6e976da58e84d9e" /><Relationship Type="http://schemas.openxmlformats.org/officeDocument/2006/relationships/slide" Target="/ppt/slides/slide2.xml" Id="R9efbb6fce9a74494" /><Relationship Type="http://schemas.openxmlformats.org/officeDocument/2006/relationships/slide" Target="/ppt/slides/slide3.xml" Id="R0564f6826326414c" /><Relationship Type="http://schemas.openxmlformats.org/officeDocument/2006/relationships/slide" Target="/ppt/slides/slide4.xml" Id="Rb5a89057af4d42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54b813d57b42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b73e3af052b4d28" /><Relationship Type="http://schemas.openxmlformats.org/officeDocument/2006/relationships/notesMaster" Target="/ppt/notesMasters/notesMaster1.xml" Id="Rf883578e6a2246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45b1c452214889" /><Relationship Type="http://schemas.openxmlformats.org/officeDocument/2006/relationships/notesMaster" Target="/ppt/notesMasters/notesMaster1.xml" Id="Rbc8f85cdf17944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3098b330ac4194" /><Relationship Type="http://schemas.openxmlformats.org/officeDocument/2006/relationships/notesMaster" Target="/ppt/notesMasters/notesMaster1.xml" Id="R05462b6bc67c47b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441c97db514d41" /><Relationship Type="http://schemas.openxmlformats.org/officeDocument/2006/relationships/notesMaster" Target="/ppt/notesMasters/notesMaster1.xml" Id="R753fa005294f49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351c67a67944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327a14f0cc41bf" /><Relationship Type="http://schemas.openxmlformats.org/officeDocument/2006/relationships/slideLayout" Target="/ppt/slideLayouts/slideLayout1.xml" Id="Rc1aba31465974b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aba31465974b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bd4938226641e2" /><Relationship Type="http://schemas.openxmlformats.org/officeDocument/2006/relationships/notesSlide" Target="/ppt/notesSlides/notesSlide1.xml" Id="R3add91d9c79e4b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b997ebad846bc" /><Relationship Type="http://schemas.openxmlformats.org/officeDocument/2006/relationships/notesSlide" Target="/ppt/notesSlides/notesSlide2.xml" Id="R569f5161d6f542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d67bd10a346ce" /><Relationship Type="http://schemas.openxmlformats.org/officeDocument/2006/relationships/notesSlide" Target="/ppt/notesSlides/notesSlide3.xml" Id="R5675e386a50749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ce19f3d2b498e" /><Relationship Type="http://schemas.openxmlformats.org/officeDocument/2006/relationships/notesSlide" Target="/ppt/notesSlides/notesSlide4.xml" Id="R9189169cb27d49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9FC92-F514-4859-B34C-25F93B3E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Parmesan risotto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AA0D33-B38F-40CF-80E4-73A41F3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51360-A183-42B1-8E37-94F54CD5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A creamy Italian rice dish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7B87C-9CDC-48D3-8591-3FAE797AE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480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Serves 4 as a main dish</a:t>
            </a:r>
          </a:p>
          <a:p xmlns:a="http://schemas.openxmlformats.org/drawingml/2006/main">
            <a:pPr>
              <a:defRPr sz="225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Prep 10 minutes   /   Cook about 30 minutes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C265C-6DCA-40F2-A4F8-DBE227EA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006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Arborio rice, warm stock, butter and Parmesan.</a:t>
            </a:r>
          </a:p>
        </p:txBody>
      </p:sp>
    </p:spTree>
    <p:extLst>
      <p:ext uri="{BB962C8B-B14F-4D97-AF65-F5344CB8AC3E}">
        <p14:creationId xmlns:p14="http://schemas.microsoft.com/office/powerpoint/2010/main" val="16537353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23972-8616-4B9F-852F-CD61C3530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Ingredients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88E943-08A1-4892-ACF8-D195B2D2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CD5C8-BEB3-4CFD-AED7-EA53DE68E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5381625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320 g Arborio or Carnaroli rice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1.2–1.5 L low-sodium vegetable stock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 small onion, finely chopped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 tbsp olive oil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40 g unsalted butter, divided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0B97EE-38BB-4DB3-9773-D1EB1CA60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714500"/>
            <a:ext cx="490537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100 ml dry white wine (optional)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80 g Parmesan, finely grated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Salt and black pepper, to taste</a:t>
            </a:r>
          </a:p>
          <a:p xmlns:a="http://schemas.openxmlformats.org/drawingml/2006/main">
            <a:pPr>
              <a:defRPr sz="2100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1 tbsp chopped parsley (optional)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08ABB-B0F0-472F-A1AF-8681C7B3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9700"/>
            <a:ext cx="106203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Equipment: wide heavy pan, small saucepan, ladle and wooden spoon.</a:t>
            </a:r>
          </a:p>
          <a:p xmlns:a="http://schemas.openxmlformats.org/drawingml/2006/main">
            <a:pPr>
              <a:defRPr sz="17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Keep extra hot water ready if the rice needs more liquid.</a:t>
            </a:r>
          </a:p>
        </p:txBody>
      </p:sp>
    </p:spTree>
    <p:extLst>
      <p:ext uri="{BB962C8B-B14F-4D97-AF65-F5344CB8AC3E}">
        <p14:creationId xmlns:p14="http://schemas.microsoft.com/office/powerpoint/2010/main" val="13449083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CA79C5-A7B2-453C-BBE7-65479060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The base and the first ladle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79C0C3-AB20-40B7-B3CC-8402597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072FF9-72DA-4C63-B3BE-9413B4D8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1   Warm the stock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D8615-269D-438D-809C-3123B29C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336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Keep the stock at a gentle simmer in a small saucepan.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97870B-4716-4643-96E1-69BFF5AC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6227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2   Soften the onion and toast the rice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E6FE3C-9959-4887-BA76-CDC2CDB4F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5147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Heat the oil and 20 g butter over medium-low heat. Cook the onion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for 5–7 minutes until soft. Add the unwashed rice and stir for 2 minutes.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72B3DE-8681-4B9C-ACC1-4A86E3C9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958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3   Add the wine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7B607E-EDA9-497C-B184-1E005497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5238750"/>
            <a:ext cx="10001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Pour in the wine and stir until nearly absorbed, about 1–2 minutes.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If omitting wine, begin with a ladle of hot stock.</a:t>
            </a:r>
          </a:p>
        </p:txBody>
      </p:sp>
    </p:spTree>
    <p:extLst>
      <p:ext uri="{BB962C8B-B14F-4D97-AF65-F5344CB8AC3E}">
        <p14:creationId xmlns:p14="http://schemas.microsoft.com/office/powerpoint/2010/main" val="5295693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64CD31-B00E-4AF9-88D4-658C6D0A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"/>
            <a:ext cx="10744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Gentle simmer, creamy finish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412F66-1B4A-4D7B-B2E3-59F87E944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43625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77745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7745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5DB09B-9006-4FD5-9391-4DBC315F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4   Cook with stock, a ladle at a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23D2C-396C-43CD-9016-A444203DD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133600"/>
            <a:ext cx="10001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Add about 150 ml hot stock. Simmer gently, stirring frequently. Add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more when most liquid has absorbed, before the pan becomes dry.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Repeat for 18–22 minutes, until tender with a slight bite. Taste to check.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C4BA01-62D1-40BD-ABD0-A941AE1A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303B2D"/>
                </a:solidFill>
                <a:latin typeface="Arial"/>
                <a:ea typeface="Arial"/>
                <a:cs typeface="Arial"/>
              </a:rPr>
              <a:t>5   Finish off the heat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84F04-CBFF-4E68-8234-6694B005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238625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Stir in the remaining 20 g butter and Parmesan. Add a splash of stock</a:t>
            </a:r>
          </a:p>
          <a:p xmlns:a="http://schemas.openxmlformats.org/drawingml/2006/main">
            <a:pPr>
              <a:defRPr sz="202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to loosen, then rest for 1–2 minutes. Season with salt and pepper.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78AF8-704E-4AAB-952F-F439B880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Serve immediately in warm bowls, with parsley if using. The risotto</a:t>
            </a:r>
          </a:p>
          <a:p xmlns:a="http://schemas.openxmlformats.org/drawingml/2006/main">
            <a:pPr>
              <a:defRPr sz="1875" b="0">
                <a:solidFill>
                  <a:srgbClr val="303B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03B2D"/>
                </a:solidFill>
                <a:latin typeface="Arial"/>
                <a:ea typeface="Arial"/>
                <a:cs typeface="Arial"/>
              </a:rPr>
              <a:t>should spread gently on the plate. Add hot water if you run out of stock.</a:t>
            </a:r>
          </a:p>
        </p:txBody>
      </p:sp>
    </p:spTree>
    <p:extLst>
      <p:ext uri="{BB962C8B-B14F-4D97-AF65-F5344CB8AC3E}">
        <p14:creationId xmlns:p14="http://schemas.microsoft.com/office/powerpoint/2010/main" val="1975527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2026-10-07T07:04:46.2910000Z</dcterms:created>
  <dcterms:modified xsi:type="dcterms:W3CDTF">2026-10-07T07:04:46.2910000Z</dcterms:modified>
</coreProperties>
</file>