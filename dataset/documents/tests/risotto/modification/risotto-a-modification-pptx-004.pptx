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76471dc814f74" /><Relationship Type="http://schemas.openxmlformats.org/officeDocument/2006/relationships/extended-properties" Target="/docProps/app.xml" Id="R559d7b19e0674973" /><Relationship Type="http://schemas.openxmlformats.org/officeDocument/2006/relationships/officeDocument" Target="/ppt/presentation.xml" Id="R07d5664eef8f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032dcb06004014"/>
  </p:sldMasterIdLst>
  <p:notesMasterIdLst>
    <p:notesMasterId xmlns:r="http://schemas.openxmlformats.org/officeDocument/2006/relationships" r:id="Rd437583fabad4a21"/>
  </p:notesMasterIdLst>
  <p:sldIdLst>
    <p:sldId xmlns:r="http://schemas.openxmlformats.org/officeDocument/2006/relationships" id="256" r:id="R9e0643f9bc124d2e"/>
    <p:sldId xmlns:r="http://schemas.openxmlformats.org/officeDocument/2006/relationships" id="257" r:id="Rafc951fdb4b54ec2"/>
    <p:sldId xmlns:r="http://schemas.openxmlformats.org/officeDocument/2006/relationships" id="258" r:id="R96afec3ef6414844"/>
    <p:sldId xmlns:r="http://schemas.openxmlformats.org/officeDocument/2006/relationships" id="259" r:id="Red5e1f03f33348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cf5c765284a55" /><Relationship Type="http://schemas.openxmlformats.org/officeDocument/2006/relationships/slideMaster" Target="/ppt/slideMasters/slideMaster1.xml" Id="Re7032dcb06004014" /><Relationship Type="http://schemas.openxmlformats.org/officeDocument/2006/relationships/notesMaster" Target="/ppt/notesMasters/notesMaster1.xml" Id="Rd437583fabad4a21" /><Relationship Type="http://schemas.openxmlformats.org/officeDocument/2006/relationships/presProps" Target="/ppt/presProps.xml" Id="Rd189dd7802504233" /><Relationship Type="http://schemas.openxmlformats.org/officeDocument/2006/relationships/tableStyles" Target="/ppt/tableStyles.xml" Id="Reb6e1c3bd0604c35" /><Relationship Type="http://schemas.openxmlformats.org/officeDocument/2006/relationships/slide" Target="/ppt/slides/slide1.xml" Id="R9e0643f9bc124d2e" /><Relationship Type="http://schemas.openxmlformats.org/officeDocument/2006/relationships/slide" Target="/ppt/slides/slide2.xml" Id="Rafc951fdb4b54ec2" /><Relationship Type="http://schemas.openxmlformats.org/officeDocument/2006/relationships/slide" Target="/ppt/slides/slide3.xml" Id="R96afec3ef6414844" /><Relationship Type="http://schemas.openxmlformats.org/officeDocument/2006/relationships/slide" Target="/ppt/slides/slide4.xml" Id="Red5e1f03f33348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df4a0321744b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16516d0004930" /><Relationship Type="http://schemas.openxmlformats.org/officeDocument/2006/relationships/notesMaster" Target="/ppt/notesMasters/notesMaster1.xml" Id="Rf05770a4d289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007b637671432b" /><Relationship Type="http://schemas.openxmlformats.org/officeDocument/2006/relationships/notesMaster" Target="/ppt/notesMasters/notesMaster1.xml" Id="R0ac136ece186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04bf1ceb614e10" /><Relationship Type="http://schemas.openxmlformats.org/officeDocument/2006/relationships/notesMaster" Target="/ppt/notesMasters/notesMaster1.xml" Id="R010e083f68da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2ff7f98d144a9" /><Relationship Type="http://schemas.openxmlformats.org/officeDocument/2006/relationships/notesMaster" Target="/ppt/notesMasters/notesMaster1.xml" Id="R1cadda6f184c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Total time is approximately 40 minutes. Rice cooking time varies by brand and heat.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54c2877db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4dcc312854993" /><Relationship Type="http://schemas.openxmlformats.org/officeDocument/2006/relationships/slideLayout" Target="/ppt/slideLayouts/slideLayout1.xml" Id="R3dfae1d1773c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fae1d1773c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bc93fe1642b0" /><Relationship Type="http://schemas.openxmlformats.org/officeDocument/2006/relationships/notesSlide" Target="/ppt/notesSlides/notesSlide1.xml" Id="Rbded53ba09a9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e507aed94dde" /><Relationship Type="http://schemas.openxmlformats.org/officeDocument/2006/relationships/notesSlide" Target="/ppt/notesSlides/notesSlide2.xml" Id="Reb9f3f596360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5152f31b84c78" /><Relationship Type="http://schemas.openxmlformats.org/officeDocument/2006/relationships/notesSlide" Target="/ppt/notesSlides/notesSlide3.xml" Id="R27286e3e7e5e4a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02b8a6b974e9c" /><Relationship Type="http://schemas.openxmlformats.org/officeDocument/2006/relationships/notesSlide" Target="/ppt/notesSlides/notesSlide4.xml" Id="R9d1a8b5f68c74b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099E-E023-4429-843E-540C031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CC9A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C9A2"/>
                </a:solidFill>
                <a:latin typeface="Arial"/>
                <a:ea typeface="Arial"/>
                <a:cs typeface="Arial"/>
              </a:rPr>
              <a:t>CLASSIC ITALIAN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CED4-BA52-49F4-A9DF-4162F2AE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900" b="1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7F1E5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buNone/>
              <a:defRPr sz="6900" b="1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7F1E5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A793-8D3D-400E-BCF6-1C98758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1E5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buNone/>
              <a:defRPr sz="2100" b="0">
                <a:solidFill>
                  <a:srgbClr val="F7F1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1E5"/>
                </a:solidFill>
                <a:latin typeface="Arial"/>
                <a:ea typeface="Arial"/>
                <a:cs typeface="Arial"/>
              </a:rPr>
              <a:t>Prep 10 minutes  / 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2091090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4D61E-E92E-4D58-A115-F65C3FA5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1F77F-DFD0-4D45-8F4E-D58E0843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3DDA5-87C6-48C0-89CA-AAECCCB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For the rice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4F82-D183-4A61-8E2F-8C186298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5286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1.2–1.5 L low-sodium stock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36BF-F4DE-4336-83BD-3E0963A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To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968B2-0277-4058-9AE0-DB2813E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81225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4935E-61BB-4C90-8A30-D1B2B5A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Use vegetable or chicken stock. If omitting wine, use 120 ml extra stock.</a:t>
            </a:r>
          </a:p>
          <a:p xmlns:a="http://schemas.openxmlformats.org/drawingml/2006/main">
            <a:pPr>
              <a:buNone/>
              <a:defRPr sz="1725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Equipment: a wide heavy pan, a small saucepan and a ladle.</a:t>
            </a:r>
          </a:p>
        </p:txBody>
      </p:sp>
    </p:spTree>
    <p:extLst>
      <p:ext uri="{BB962C8B-B14F-4D97-AF65-F5344CB8AC3E}">
        <p14:creationId xmlns:p14="http://schemas.microsoft.com/office/powerpoint/2010/main" val="1892756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3F629-8241-4DE6-A58A-A75FEBA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The aromatic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98A6D-7287-481B-A28D-D0D2434C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1CD9-1562-4297-912F-0AB728F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0214D-20A5-41FE-9067-84631CE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57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Warm the stock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C2903-21DA-442C-AE44-1CE78A2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526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Keep the stock at a gentle simmer in a separate saucepan.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351D2-833E-4B21-8304-7DA81E86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B6F80-E117-4BE8-B5B4-6860D493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67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3AD0-A5F9-420D-B257-13C8CF2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62350"/>
            <a:ext cx="9429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Heat the oil and 25 g butter over medium-low heat. Add the onion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a pinch of salt. Cook for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F3761-4C38-4B4D-9B4E-FF4C6CD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F8EA-A90A-44FF-BBB6-0591168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910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Toast the 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0EF19-DA27-41C3-88A4-60DF889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942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the unwashed rice and stir for 2 minutes. Add the wine, if using,</a:t>
            </a:r>
          </a:p>
          <a:p xmlns:a="http://schemas.openxmlformats.org/drawingml/2006/main">
            <a:pPr>
              <a:buNone/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stir for 1–2 minutes until almost absorbed.</a:t>
            </a:r>
          </a:p>
        </p:txBody>
      </p:sp>
    </p:spTree>
    <p:extLst>
      <p:ext uri="{BB962C8B-B14F-4D97-AF65-F5344CB8AC3E}">
        <p14:creationId xmlns:p14="http://schemas.microsoft.com/office/powerpoint/2010/main" val="953706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EA2F-F502-4EB5-895B-999FCAF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Slow simmer,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78F2A-4664-4A4C-9C74-B7D2920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62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68624-80CD-4C21-93DF-46FC3AD5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6103-16D9-47E0-8557-0AE4B2E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02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stock a ladle at a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0C8B8-B401-4BA9-94F7-B773693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14550"/>
            <a:ext cx="95726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about 150 ml hot stock. Keep a gentle simmer and stir often.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When mostly absorbed, add another ladle. Repeat for 18–22 minutes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until the rice is tender with a slight bite. Taste as you go.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You may not need all the stock. Add hot water if it runs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AA586-9AF5-42BD-AB31-427F7521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656D6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56D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64188-F5AB-4ACD-963F-C2A90A9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Finish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49AAB-7CE7-4E75-8230-84CB62D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14850"/>
            <a:ext cx="95726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the remaining 25 g butter and the Parmesan. Add a splash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of hot stock so the </a:t>
            </a: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carbonara</a:t>
            </a: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 flows gently when you tilt the pan.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Season to taste. Rest for 1 minute and serve immediately</a:t>
            </a:r>
          </a:p>
          <a:p xmlns:a="http://schemas.openxmlformats.org/drawingml/2006/main">
            <a:pPr>
              <a:buNone/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in warm bowls, with parsley if you like.</a:t>
            </a:r>
          </a:p>
        </p:txBody>
      </p:sp>
    </p:spTree>
    <p:extLst>
      <p:ext uri="{BB962C8B-B14F-4D97-AF65-F5344CB8AC3E}">
        <p14:creationId xmlns:p14="http://schemas.microsoft.com/office/powerpoint/2010/main" val="158123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2026-10-07T07:53:20.6240000Z</dcterms:created>
  <dcterms:modified xsi:type="dcterms:W3CDTF">2026-10-07T07:53:20.6240000Z</dcterms:modified>
</coreProperties>
</file>