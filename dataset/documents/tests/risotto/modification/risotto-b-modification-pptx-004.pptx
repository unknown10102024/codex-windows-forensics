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66217199644966" /><Relationship Type="http://schemas.openxmlformats.org/officeDocument/2006/relationships/extended-properties" Target="/docProps/app.xml" Id="R93367dbd2b1249e0" /><Relationship Type="http://schemas.openxmlformats.org/officeDocument/2006/relationships/officeDocument" Target="/ppt/presentation.xml" Id="R38ebc2467490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95a290a4c044cd"/>
  </p:sldMasterIdLst>
  <p:notesMasterIdLst>
    <p:notesMasterId xmlns:r="http://schemas.openxmlformats.org/officeDocument/2006/relationships" r:id="R55c06c885d9544e6"/>
  </p:notesMasterIdLst>
  <p:sldIdLst>
    <p:sldId xmlns:r="http://schemas.openxmlformats.org/officeDocument/2006/relationships" id="256" r:id="Rb2b9a9781035433d"/>
    <p:sldId xmlns:r="http://schemas.openxmlformats.org/officeDocument/2006/relationships" id="257" r:id="R9ab10100a49f4c25"/>
    <p:sldId xmlns:r="http://schemas.openxmlformats.org/officeDocument/2006/relationships" id="258" r:id="R044861fc34484ee9"/>
    <p:sldId xmlns:r="http://schemas.openxmlformats.org/officeDocument/2006/relationships" id="259" r:id="Re109df04751c4eb9"/>
    <p:sldId xmlns:r="http://schemas.openxmlformats.org/officeDocument/2006/relationships" id="260" r:id="Rb162e29b90ef40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fe41e4b5f4d8e" /><Relationship Type="http://schemas.openxmlformats.org/officeDocument/2006/relationships/slideMaster" Target="/ppt/slideMasters/slideMaster1.xml" Id="R0795a290a4c044cd" /><Relationship Type="http://schemas.openxmlformats.org/officeDocument/2006/relationships/notesMaster" Target="/ppt/notesMasters/notesMaster1.xml" Id="R55c06c885d9544e6" /><Relationship Type="http://schemas.openxmlformats.org/officeDocument/2006/relationships/presProps" Target="/ppt/presProps.xml" Id="Rcad5a0a4dc8e446b" /><Relationship Type="http://schemas.openxmlformats.org/officeDocument/2006/relationships/tableStyles" Target="/ppt/tableStyles.xml" Id="R017d13046def4fc3" /><Relationship Type="http://schemas.openxmlformats.org/officeDocument/2006/relationships/slide" Target="/ppt/slides/slide1.xml" Id="Rb2b9a9781035433d" /><Relationship Type="http://schemas.openxmlformats.org/officeDocument/2006/relationships/slide" Target="/ppt/slides/slide2.xml" Id="R9ab10100a49f4c25" /><Relationship Type="http://schemas.openxmlformats.org/officeDocument/2006/relationships/slide" Target="/ppt/slides/slide3.xml" Id="R044861fc34484ee9" /><Relationship Type="http://schemas.openxmlformats.org/officeDocument/2006/relationships/slide" Target="/ppt/slides/slide4.xml" Id="Re109df04751c4eb9" /><Relationship Type="http://schemas.openxmlformats.org/officeDocument/2006/relationships/slide" Target="/ppt/slides/slide5.xml" Id="Rb162e29b90ef40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54b953e9b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e3d16ffb0a4d76" /><Relationship Type="http://schemas.openxmlformats.org/officeDocument/2006/relationships/notesMaster" Target="/ppt/notesMasters/notesMaster1.xml" Id="R6211d3fba9264b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85253b0814441" /><Relationship Type="http://schemas.openxmlformats.org/officeDocument/2006/relationships/notesMaster" Target="/ppt/notesMasters/notesMaster1.xml" Id="R7df7691fe1cd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8c10d88cd64849" /><Relationship Type="http://schemas.openxmlformats.org/officeDocument/2006/relationships/notesMaster" Target="/ppt/notesMasters/notesMaster1.xml" Id="Rfb2a3f7f0a47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4e94a28ed4235" /><Relationship Type="http://schemas.openxmlformats.org/officeDocument/2006/relationships/notesMaster" Target="/ppt/notesMasters/notesMaster1.xml" Id="R175ffc5aad054f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4580c6f33e4945" /><Relationship Type="http://schemas.openxmlformats.org/officeDocument/2006/relationships/notesMaster" Target="/ppt/notesMasters/notesMaster1.xml" Id="R1143ef3744c2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recipe. Cover image is AI-generated food artwork. Timing and stock needs vary with rice, pan and heat.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e8dc72eea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507788f844fbc" /><Relationship Type="http://schemas.openxmlformats.org/officeDocument/2006/relationships/slideLayout" Target="/ppt/slideLayouts/slideLayout1.xml" Id="R8deee9417b9347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eee9417b9347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8f9ab0e0b482f" /><Relationship Type="http://schemas.openxmlformats.org/officeDocument/2006/relationships/image" Target="/ppt/media/image.png" Id="R45642cc05e704eaf" /><Relationship Type="http://schemas.openxmlformats.org/officeDocument/2006/relationships/notesSlide" Target="/ppt/notesSlides/notesSlide1.xml" Id="R22057fa9d59a49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286d59b444f3f" /><Relationship Type="http://schemas.openxmlformats.org/officeDocument/2006/relationships/notesSlide" Target="/ppt/notesSlides/notesSlide2.xml" Id="R0a3653d4f3ae4e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e0083e0a642fb" /><Relationship Type="http://schemas.openxmlformats.org/officeDocument/2006/relationships/notesSlide" Target="/ppt/notesSlides/notesSlide3.xml" Id="Rf911cdbbf520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a545b019435a" /><Relationship Type="http://schemas.openxmlformats.org/officeDocument/2006/relationships/notesSlide" Target="/ppt/notesSlides/notesSlide4.xml" Id="R6ee2944fee16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1ae29e91b4f28" /><Relationship Type="http://schemas.openxmlformats.org/officeDocument/2006/relationships/notesSlide" Target="/ppt/notesSlides/notesSlide5.xml" Id="R87d33d88868043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1F6E8-34CA-4732-BBF4-5C311DBF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Parmesan carbonara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B73F4-AC47-4E8B-A2B7-260AC4D5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071DB-7C73-46ED-8C9B-91BE9F3E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 classic, creamy Italian rice dish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F61C2-BC68-42F2-B09A-0BEEAA8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SERVES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661FC-F5D4-4B7F-94A7-AEB03A76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Prep 10 minutes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Cook about 30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A962-98F1-4148-AA9A-E76BC44C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Arborio rice, warm stock,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butter and Parmesan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42cc05e704eaf"/>
          <a:srcRect xmlns:a="http://schemas.openxmlformats.org/drawingml/2006/main" l="6741" t="0" r="67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543050"/>
            <a:ext cx="55626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15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6E0C7-8D15-45B2-8004-76CE8558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C0559-FAB8-44FA-8ED3-A1D965C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B002F-0D83-4308-BF52-9E0AE2D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RICE &amp;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4AC89-1CDE-4090-8736-22DF57F3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5286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120 mL dry white wine (optional)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551E2-F222-478E-ADD6-A12917C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287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TO COOK &amp;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6C93-D5D0-4810-A5A0-ED14F0CE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4953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3A978-B645-444C-B748-6AB14B7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477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No wine? Use 120 mL extra stock. For a vegetarian dish, choose cheese made with vegetarian rennet.</a:t>
            </a:r>
          </a:p>
        </p:txBody>
      </p:sp>
    </p:spTree>
    <p:extLst>
      <p:ext uri="{BB962C8B-B14F-4D97-AF65-F5344CB8AC3E}">
        <p14:creationId xmlns:p14="http://schemas.microsoft.com/office/powerpoint/2010/main" val="1550628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8024C-C32C-4EB5-B1FF-ADA17374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Prepare the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D214C-D083-402C-A32C-C91B2F2A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488FD-4AF5-4851-914D-86F63A8C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91629-D88C-4510-A1CD-53B6CA66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668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Keep the stock 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93D51-F10A-4C01-9270-4E42461B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38375"/>
            <a:ext cx="919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Bring stock to a gentle simmer in a saucepan. Keep it hot over low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DF4DD-5C36-4E7D-8B79-4D766752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9663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A99EC-48D1-45C4-AE34-883307AD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432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Soften the onion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010DD-75CD-4BCC-9A83-2D80E6C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14775"/>
            <a:ext cx="9191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In a wide, heavy pan, heat the oil and 25 g butter over medium-low heat. Add onion and cook for 5–7 minutes until soft, without browning.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3D389-F5BB-4E09-A023-88154D98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00700"/>
            <a:ext cx="919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6337"/>
                </a:solidFill>
                <a:latin typeface="Arial"/>
                <a:ea typeface="Arial"/>
                <a:cs typeface="Arial"/>
              </a:rPr>
              <a:t>Have a ladle and wooden spoon ready. Do not rinse the rice.</a:t>
            </a:r>
          </a:p>
        </p:txBody>
      </p:sp>
    </p:spTree>
    <p:extLst>
      <p:ext uri="{BB962C8B-B14F-4D97-AF65-F5344CB8AC3E}">
        <p14:creationId xmlns:p14="http://schemas.microsoft.com/office/powerpoint/2010/main" val="992486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AA57C-5312-43EC-A335-FBDF91A0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Toast, then add stock gradually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FB9FE-DD36-4DF9-A8BE-62713526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6298E-6C91-49EF-80C3-FC026FE1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03   Toast &amp; deglaze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33328-0C84-4BE9-9BA5-9CFDBA4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Add the rice and stir for 2 minutes. Pour in the wine and cook for 1–2 minutes, until nearly absorbed.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5A7C9-C5E2-46DE-85CB-16D1B14D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04   Simmer &amp; stir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07FD1-337A-4706-91B4-455571C4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Add hot stock one ladle at a time, about 150 mL. Stir frequently and add more when most of the liquid is absorbed. Keep a gentle simmer.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D8CEB-EA69-4725-BC6E-F2BC9A0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66337"/>
                </a:solidFill>
                <a:latin typeface="Arial"/>
                <a:ea typeface="Arial"/>
                <a:cs typeface="Arial"/>
              </a:rPr>
              <a:t>Cook for about 18–22 minutes from the first ladle. Start tasting at 18 minutes. The grains should be tender with a slight bite.</a:t>
            </a:r>
          </a:p>
        </p:txBody>
      </p:sp>
    </p:spTree>
    <p:extLst>
      <p:ext uri="{BB962C8B-B14F-4D97-AF65-F5344CB8AC3E}">
        <p14:creationId xmlns:p14="http://schemas.microsoft.com/office/powerpoint/2010/main" val="399844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B4899-1279-460A-8F7F-197B627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Finish and serve immediately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3E68D-A905-49ED-8B6E-21609235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293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A76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76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FF5C9-66D2-408A-A69D-2487838E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05   Stir off the heat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42D9D-F5A2-4E70-ABEB-E0414C09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1038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Remove the pan from the heat. Stir in the remaining 25 g butter and the Parmesan. Add a splash of hot stock to loosen, then rest for 1 minute.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A0578-3ADC-4EA8-8321-E002A39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D31"/>
                </a:solidFill>
                <a:latin typeface="Arial"/>
                <a:ea typeface="Arial"/>
                <a:cs typeface="Arial"/>
              </a:rPr>
              <a:t>06   Check the texture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E53D3-6C68-430B-ACBC-822445A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D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31"/>
                </a:solidFill>
                <a:latin typeface="Arial"/>
                <a:ea typeface="Arial"/>
                <a:cs typeface="Arial"/>
              </a:rPr>
              <a:t>The carbonara should flow gently when the pan is tilted and spread slowly on a warm plate. Taste, season with salt and black pepper, and serve.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5B8FB-AE8A-4CEC-A2A6-F89A4F9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663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6337"/>
                </a:solidFill>
                <a:latin typeface="Arial"/>
                <a:ea typeface="Arial"/>
                <a:cs typeface="Arial"/>
              </a:rPr>
              <a:t>Too thick? Add hot stock. Still chalky inside? Continue cooking with stock before adding butter and cheese.</a:t>
            </a:r>
          </a:p>
        </p:txBody>
      </p:sp>
    </p:spTree>
    <p:extLst>
      <p:ext uri="{BB962C8B-B14F-4D97-AF65-F5344CB8AC3E}">
        <p14:creationId xmlns:p14="http://schemas.microsoft.com/office/powerpoint/2010/main" val="1530983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2026-10-07T07:58:39.9330000Z</dcterms:created>
  <dcterms:modified xsi:type="dcterms:W3CDTF">2026-10-07T07:58:39.9330000Z</dcterms:modified>
</coreProperties>
</file>