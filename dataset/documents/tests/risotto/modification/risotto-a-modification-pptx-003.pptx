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a33faab26a428b" /><Relationship Type="http://schemas.openxmlformats.org/officeDocument/2006/relationships/extended-properties" Target="/docProps/app.xml" Id="R0b930e6863ad4920" /><Relationship Type="http://schemas.openxmlformats.org/officeDocument/2006/relationships/officeDocument" Target="/ppt/presentation.xml" Id="R708be1d2b6a3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51b608383944cb"/>
  </p:sldMasterIdLst>
  <p:notesMasterIdLst>
    <p:notesMasterId xmlns:r="http://schemas.openxmlformats.org/officeDocument/2006/relationships" r:id="R9c85c997ac064e36"/>
  </p:notesMasterIdLst>
  <p:sldIdLst>
    <p:sldId xmlns:r="http://schemas.openxmlformats.org/officeDocument/2006/relationships" id="256" r:id="Rd7dca5bc8a52483f"/>
    <p:sldId xmlns:r="http://schemas.openxmlformats.org/officeDocument/2006/relationships" id="257" r:id="R95393ef890404566"/>
    <p:sldId xmlns:r="http://schemas.openxmlformats.org/officeDocument/2006/relationships" id="258" r:id="Re21599cf91bc4848"/>
    <p:sldId xmlns:r="http://schemas.openxmlformats.org/officeDocument/2006/relationships" id="259" r:id="R446445cd5e9a4982"/>
    <p:sldId xmlns:r="http://schemas.openxmlformats.org/officeDocument/2006/relationships" id="260" r:id="R7528f21502a44d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4149ad93f049ee" /><Relationship Type="http://schemas.openxmlformats.org/officeDocument/2006/relationships/slideMaster" Target="/ppt/slideMasters/slideMaster1.xml" Id="Rde51b608383944cb" /><Relationship Type="http://schemas.openxmlformats.org/officeDocument/2006/relationships/notesMaster" Target="/ppt/notesMasters/notesMaster1.xml" Id="R9c85c997ac064e36" /><Relationship Type="http://schemas.openxmlformats.org/officeDocument/2006/relationships/presProps" Target="/ppt/presProps.xml" Id="R809eada2f6fb4583" /><Relationship Type="http://schemas.openxmlformats.org/officeDocument/2006/relationships/tableStyles" Target="/ppt/tableStyles.xml" Id="R48aab3fe848b4c60" /><Relationship Type="http://schemas.openxmlformats.org/officeDocument/2006/relationships/slide" Target="/ppt/slides/slide1.xml" Id="Rd7dca5bc8a52483f" /><Relationship Type="http://schemas.openxmlformats.org/officeDocument/2006/relationships/slide" Target="/ppt/slides/slide2.xml" Id="R95393ef890404566" /><Relationship Type="http://schemas.openxmlformats.org/officeDocument/2006/relationships/slide" Target="/ppt/slides/slide3.xml" Id="Re21599cf91bc4848" /><Relationship Type="http://schemas.openxmlformats.org/officeDocument/2006/relationships/slide" Target="/ppt/slides/slide4.xml" Id="R446445cd5e9a4982" /><Relationship Type="http://schemas.openxmlformats.org/officeDocument/2006/relationships/slide" Target="/ppt/slides/slide5.xml" Id="R7528f21502a44d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7d059426df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8a25b220734f5a" /><Relationship Type="http://schemas.openxmlformats.org/officeDocument/2006/relationships/notesMaster" Target="/ppt/notesMasters/notesMaster1.xml" Id="R74cf12a882ef4b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3e8a87b453495a" /><Relationship Type="http://schemas.openxmlformats.org/officeDocument/2006/relationships/notesMaster" Target="/ppt/notesMasters/notesMaster1.xml" Id="R137d3e83184c43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263706eb2c4b00" /><Relationship Type="http://schemas.openxmlformats.org/officeDocument/2006/relationships/notesMaster" Target="/ppt/notesMasters/notesMaster1.xml" Id="R43b2e47d832640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a944fe90f645f0" /><Relationship Type="http://schemas.openxmlformats.org/officeDocument/2006/relationships/notesMaster" Target="/ppt/notesMasters/notesMaster1.xml" Id="R23bb8e9447ba4c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5b1faeff8f49b3" /><Relationship Type="http://schemas.openxmlformats.org/officeDocument/2006/relationships/notesMaster" Target="/ppt/notesMasters/notesMaster1.xml" Id="R3129e65bf7eb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recipe. Cover image is an AI-generated food illustration.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023c18c9246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e3522d77e54979" /><Relationship Type="http://schemas.openxmlformats.org/officeDocument/2006/relationships/slideLayout" Target="/ppt/slideLayouts/slideLayout1.xml" Id="R0e190ff1a49642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190ff1a49642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88f09cb1545f0" /><Relationship Type="http://schemas.openxmlformats.org/officeDocument/2006/relationships/image" Target="/ppt/media/image.png" Id="R1834b450eeda4f56" /><Relationship Type="http://schemas.openxmlformats.org/officeDocument/2006/relationships/notesSlide" Target="/ppt/notesSlides/notesSlide1.xml" Id="Rea0ca42e68964c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8581fc11e4629" /><Relationship Type="http://schemas.openxmlformats.org/officeDocument/2006/relationships/notesSlide" Target="/ppt/notesSlides/notesSlide2.xml" Id="Rd74c8d8dda6646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2579a3a3145f2" /><Relationship Type="http://schemas.openxmlformats.org/officeDocument/2006/relationships/notesSlide" Target="/ppt/notesSlides/notesSlide3.xml" Id="R91fabd012a944d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6011d09774ea4" /><Relationship Type="http://schemas.openxmlformats.org/officeDocument/2006/relationships/notesSlide" Target="/ppt/notesSlides/notesSlide4.xml" Id="R1dc8fb477f164d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f41094c23467e" /><Relationship Type="http://schemas.openxmlformats.org/officeDocument/2006/relationships/notesSlide" Target="/ppt/notesSlides/notesSlide5.xml" Id="R2a092c219f484d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42F04-86CD-44DB-A530-0E90FE64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Parmesan</a:t>
            </a:r>
          </a:p>
          <a:p xmlns:a="http://schemas.openxmlformats.org/drawingml/2006/main">
            <a:pPr>
              <a:defRPr sz="570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carbonara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19B75-BA47-490D-97E8-27F85017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Creamy rice with butter and Parmesan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CB3AC-9606-4608-A074-7B0CAADA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Serves 4 as a main</a:t>
            </a:r>
          </a:p>
          <a:p xmlns:a="http://schemas.openxmlformats.org/drawingml/2006/main">
            <a:pPr>
              <a:defRPr sz="19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Prep 10 min   /   Cook 30 min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4b450eeda4f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1435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63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0158E-4446-4064-8E7F-474ACD25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Ingredients for four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CA788-0C2F-40F6-A3B2-5BFF3CF8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9CDA8-0154-4FD2-BC1D-A13006FC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B8C91-76CD-4090-A945-D1ECAFB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1 small onion, finely diced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8A44D-7305-4B4B-9C73-1C20C027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1 tbsp olive oil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C2354-0CD4-4240-8F77-7AF4E002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60 g unsalted butter, divided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7C50A-E135-4F46-8300-BFE18D87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A069E-8AF5-4129-805E-CD64B1DC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4CBC1-9345-4954-82F3-852542B0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241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Salt and freshly ground black pepper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1D83B-4267-4840-8384-5DF6666D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Extra Parmesan, to serve (optional)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14735-DFFD-4754-8864-DFD50458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No wine? Use 120 ml extra stock instead.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80059-FFDA-412C-9E5C-DA9EC16E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Equipment: wide heavy pan, small saucepan, ladle and wooden spoon</a:t>
            </a:r>
          </a:p>
        </p:txBody>
      </p:sp>
    </p:spTree>
    <p:extLst>
      <p:ext uri="{BB962C8B-B14F-4D97-AF65-F5344CB8AC3E}">
        <p14:creationId xmlns:p14="http://schemas.microsoft.com/office/powerpoint/2010/main" val="461032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74852-97E3-4AB3-A734-27F03AE2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The first 10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44E60-BBC6-47A3-9A45-1444C2CD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1  Warm the stock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A0C74-48DC-46A8-A89D-97F5122D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Bring the stock to a gentle simmer in a small saucepan.</a:t>
            </a:r>
          </a:p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Keep it hot over low heat.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DB5A4-BD12-4290-B7CB-B036A18C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2  Soften the onion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86B85-2BA1-401B-B668-A0759B83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Heat the olive oil and 20 g butter in a wide pan over medium-low heat.</a:t>
            </a:r>
          </a:p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Add the onion and cook for 5–6 minutes until soft, without browning.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32D85-BD26-4D62-852D-5E6BCF6C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3  Toast the 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46017-47CB-4A57-B034-7F444D9A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Stir in the unwashed rice for 2 minutes. Add the wine and stir</a:t>
            </a:r>
          </a:p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for 1–2 minutes until almost absorbed. Use extra stock if omitting wine.</a:t>
            </a:r>
          </a:p>
        </p:txBody>
      </p:sp>
    </p:spTree>
    <p:extLst>
      <p:ext uri="{BB962C8B-B14F-4D97-AF65-F5344CB8AC3E}">
        <p14:creationId xmlns:p14="http://schemas.microsoft.com/office/powerpoint/2010/main" val="194108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5B59A-5B6D-440E-9C97-AD71FA1A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Stock, one ladle at a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B534C-1242-4246-9623-E3FBC13D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4  Simmer gently for about 18–22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1AB32-8E75-410A-870B-ED9254E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Add a ladle of hot stock (about 150 ml). Stir often, scraping the</a:t>
            </a:r>
          </a:p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bottom of the pan, and keep the rice at a gentle simmer.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9CDE8-8DC5-4BC9-8937-1FB3B053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When most of the liquid has absorbed, add another ladle.</a:t>
            </a:r>
          </a:p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Repeat, tasting the rice from about 16 minutes onward.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419F0-D955-4BE8-A7A6-B1931898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The rice should be tender with a slight bite. You may not need all</a:t>
            </a:r>
          </a:p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the stock. If it runs out before the rice is ready, add hot water.</a:t>
            </a:r>
          </a:p>
        </p:txBody>
      </p:sp>
    </p:spTree>
    <p:extLst>
      <p:ext uri="{BB962C8B-B14F-4D97-AF65-F5344CB8AC3E}">
        <p14:creationId xmlns:p14="http://schemas.microsoft.com/office/powerpoint/2010/main" val="7136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A7887-40E6-4AC5-82F2-9DB95A42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Finishing and serving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46112-FB4C-4203-990A-95D94F57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5  Finish off the heat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80AAA-2B4B-4D3B-B457-D8AC6D8C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Stir in the remaining 40 g butter and 80 g Parmesan. Add a little</a:t>
            </a:r>
          </a:p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hot stock until the carbonara flows loosely when you tilt the pan.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3492E-FDBD-44A7-9433-91B9B676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Rest for 1 minute. Taste, then season with salt and black pepper.</a:t>
            </a:r>
          </a:p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Spoon into warm bowls and serve immediately.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CDCA1-CEEE-4C7F-B737-30483E3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Texture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FF0B3-D5B6-46F7-B066-9FF11A0F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carbonara should spread gently on the plate. If it holds a stiff mound,</a:t>
            </a:r>
          </a:p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stir in another splash of hot stock before serving.</a:t>
            </a:r>
          </a:p>
        </p:txBody>
      </p:sp>
    </p:spTree>
    <p:extLst>
      <p:ext uri="{BB962C8B-B14F-4D97-AF65-F5344CB8AC3E}">
        <p14:creationId xmlns:p14="http://schemas.microsoft.com/office/powerpoint/2010/main" val="1688962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2026-10-07T07:06:08.9760000Z</dcterms:created>
  <dcterms:modified xsi:type="dcterms:W3CDTF">2026-10-07T07:06:08.9760000Z</dcterms:modified>
</coreProperties>
</file>