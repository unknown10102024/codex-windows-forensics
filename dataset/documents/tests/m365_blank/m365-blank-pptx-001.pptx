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F9783-702A-3613-852E-96013FECF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A2475E-2B13-1B15-1AF9-A1A093B815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569E08-2AC7-E7C3-52D2-A60F271D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70B6CD-AFB2-95AE-01A8-E1469F334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8F11C0-ED54-14B5-8743-6BBB1517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9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20B65-B7BF-3781-8601-0347DC0B8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B5B5E0-F8B1-00FF-AD43-5E2D662FF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941EFD-B341-D153-8355-A205D9B8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0EC668-44C2-96AB-4F4A-0378C04F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584DFF-0333-7CB8-2CDA-7C52E76CF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05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59CEE-481C-D269-9718-742C1AF9F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D593B3-6A39-710E-3C27-3B7C692CE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6652E3-84E2-6415-FE1E-BC41E4768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11AE7-FB65-27F3-196B-246F41A64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AB1A28-90A5-F158-462A-BF6000281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24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F3646-8D8C-D415-1771-F5D6092A8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7AC50-A896-4CA3-084D-F53ADFDB3E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F5CC90-5284-59CF-AD77-594AE0CD12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F7E70C7-51FC-F53D-705F-903863F7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F50E6D-C2F1-A79E-47AF-585570E37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8CD258-63F0-EB2C-4B0F-8ACD50F5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3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05958-F0F5-FB89-546F-ED47830D5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91B2F-1E68-7F8E-3E28-06DDC5786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519FBB-A242-0C9D-EFE1-FE4484794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CED8BB-C065-9429-C344-48A53623DB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BAB8BD-A36B-4F44-15EE-999333E52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9711DE-B8CA-B732-4847-6E0DBE4E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0EEFED-D7BD-A265-DBAB-14BE169A1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5AE28C-2DCB-2F7E-BA55-2B118640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168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9E59D-0AFA-08FE-5A60-573B3417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593217-B082-81E1-5AE5-8BEA5649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A3E577-DED4-9C8D-B954-D0DAC2E92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3F2DE0-1ACD-5615-D116-F93B6821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5A52B2-203B-FC32-80F4-617F4CD65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364F199-683D-9E48-D167-D566C6E8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A369D-2952-03E0-0EAE-A6B0248C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7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DA9AB-8D2A-9153-8705-891DB9AEE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9CAD3F-CE78-C7C3-7DD2-6D8A95785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AA0200-1B9B-36FF-6864-27512AA32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718EE0-062B-C4E0-8BCF-6788B126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D52B4A-F7B9-8D2E-9840-E9161AE7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10B7BD-2E24-E531-13E6-010B84CAE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704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514BA0-7BE8-5B90-5532-A56A36EBF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6C40BA5-4208-1E26-CF9E-89CF994FAD7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F9DDED-B211-3F02-DE61-21DF0606B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3FF026-584F-5C68-08AF-379EFC7C0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0745EC-AA1F-507F-D738-8A38EDA07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59B37B-398E-C76D-3448-05237D7E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25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67397-92AA-22A7-9A9F-F701C4CE1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7C0EDF-67A6-C1C1-FB49-3D8FD1E57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175449-519E-94C8-E6F5-F90FF878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1D13DC-98EA-E83F-F0D5-F150E6E9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972C6-4F28-B2F6-0485-77A5CB8F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79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33F016-3F7C-726D-C8A8-D49230B47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87A9FDE-1445-E3C6-AD79-B4AC9EBB1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BFF84-11B5-A19C-166D-0E2E03868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0E751E-CB3F-13ED-33CF-46E50C2A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648BE9-D209-B335-3F6B-8A08DC300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6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2996AE6-5081-1C4A-2A94-B8FB8532F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541876-1AC5-1741-7899-4CC8A4BE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D9FBF5-D5B3-BF63-1A0A-634AE8AFCF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03F6C5-5388-4DA9-B159-B2EFE32B7C6E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70CBD9-B852-6CD0-47D2-68F01878B7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73A6CA-3170-903D-492A-BD7F887E1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7D0AC-AB73-4C7D-98CA-A161D32668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1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C1E2F2-7D60-016E-5E72-01D445FB8B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95091A-F334-C115-0436-95AF92B394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22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name</dc:creator>
  <cp:lastModifiedBy>name</cp:lastModifiedBy>
  <cp:revision>1</cp:revision>
  <dcterms:created xsi:type="dcterms:W3CDTF">2026-10-09T09:20:11Z</dcterms:created>
  <dcterms:modified xsi:type="dcterms:W3CDTF">2026-10-09T09:20:23Z</dcterms:modified>
</cp:coreProperties>
</file>