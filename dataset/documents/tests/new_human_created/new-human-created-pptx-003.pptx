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6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2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9C7C8-AE61-4110-B50A-EEE2BCAAB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6F73FB-7CD3-47A1-B0D7-17E00CDCB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8C33C-D5BC-40C0-9C73-AF1BD2AFE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57EE9-8CF7-484B-AFEC-FC0187B01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ACC44-09A5-4DD1-A782-36C7A7C15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210C1-DA2B-4423-B7BA-DC5111D85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6EA7-BBBC-421C-910B-C3B97DA78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92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58883-B0CF-47B4-AFB5-7C5720F20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743E0-060B-48BC-9190-810923F16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F0103-184B-4CB8-9EF2-D04FFA6E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57EE9-8CF7-484B-AFEC-FC0187B01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A9134-D658-4943-95BF-54441AC30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F27A8-7E2A-45E2-9553-B40A78D68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6EA7-BBBC-421C-910B-C3B97DA78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79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EF919-3566-488D-B3C7-08AA6D96C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3B0DA-D061-4452-8905-C3FE1F30A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78594-B02F-4223-A5E9-4D7AC7598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57EE9-8CF7-484B-AFEC-FC0187B01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D060C-B6B3-450A-A3DF-E4484E14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EDA9-172E-4B65-A48C-A64CF9F9E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6EA7-BBBC-421C-910B-C3B97DA78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58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90F14-A432-4FBE-B61E-A9BE1CE9B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AE190-4FD1-4257-816F-B860DE020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66B1FB-3792-449C-8A0B-858A23367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714AD-E9C0-4619-ACD6-F2C8D69B2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57EE9-8CF7-484B-AFEC-FC0187B01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5FB15-E656-4642-BA63-C1B743F7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E1512-2BD0-4F66-A009-6274235C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6EA7-BBBC-421C-910B-C3B97DA78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729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623CD-97C3-475C-A577-DE52CFCC5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43007-8069-4AF5-BFB1-182BBED08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84B17-C941-4614-BA47-1E0E46619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68522E-41CE-4AB9-BD57-CAF138C2E8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5B7A16-4318-463D-AEB1-978DA93D28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42FDB2-F50D-45ED-8D01-B3A13377F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57EE9-8CF7-484B-AFEC-FC0187B01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FEFCDE-1465-4E6E-B5E4-1C716D53D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D2DAC8-E800-4415-B7FB-73388F693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6EA7-BBBC-421C-910B-C3B97DA78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80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A74A-4288-4177-B249-0396D8B85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8CA038-D31F-4EE0-87D6-C521041F5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57EE9-8CF7-484B-AFEC-FC0187B01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D5B21A-2B12-4DA2-8630-68C3EC071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C784D-7494-444C-AC41-A536A2AB3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6EA7-BBBC-421C-910B-C3B97DA78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2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95E808-4D68-4DCE-855E-0733D3717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57EE9-8CF7-484B-AFEC-FC0187B01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ED1B0E-D5BB-4896-8E87-D577FF513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7CC2C-D043-4843-B941-DC950F399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6EA7-BBBC-421C-910B-C3B97DA78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885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8B730-490E-4510-B236-C3F584E0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E9397-83D3-42E4-A4BB-CF6CE588F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090D7-2729-477B-B6C0-C956D056B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BFC6D-5545-424E-A8E1-02571681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57EE9-8CF7-484B-AFEC-FC0187B01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0C31C-19BA-4E3A-9B2F-D6D5F1085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E993B-5FD4-4821-9CC6-98F8F27F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6EA7-BBBC-421C-910B-C3B97DA78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984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A4B42-165B-40A3-A071-E7F1237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DC63D3-F521-47C3-935E-A09DEF3345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905483-B64E-40E5-86BA-44B125844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03C11-6F78-4726-830A-7D1DF62A6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57EE9-8CF7-484B-AFEC-FC0187B01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D4CB1-D705-4D77-8C5A-7113B44E1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E4A16-FD46-484C-9CAF-3A540B147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6EA7-BBBC-421C-910B-C3B97DA78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650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2B7B6-7AA1-4A33-81B9-630618720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06D4CD-E776-4684-BBEE-42F3D122AC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A79F9-ABA7-46CC-A92D-7CE66715E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57EE9-8CF7-484B-AFEC-FC0187B01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1515B-A3CF-49A5-8FB3-A9EA83431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9A2E9-F990-4661-B125-857005532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6EA7-BBBC-421C-910B-C3B97DA78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911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BB1D8E-A20F-43DA-BC6B-1AB5F27BD6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E8F76-3753-4A76-844D-772C2E49E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B9182-6AF7-4742-A43E-481F68388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57EE9-8CF7-484B-AFEC-FC0187B01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1E8C6-B406-4DAE-A361-0DC920526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8EBD4-F351-4B07-8306-E586C0505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C6EA7-BBBC-421C-910B-C3B97DA78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80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82D7DB-A8AB-4DD6-B142-37DEDC8BA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C08E1-B091-44A2-B65D-A25FC356C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45DB6-8E12-4222-ABF7-D6A6E03655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57EE9-8CF7-484B-AFEC-FC0187B01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16C00-3C6C-42A9-9AC9-E11BBAEDC5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3880-A5D6-4E4E-92A7-B0B1FFD9C9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C6EA7-BBBC-421C-910B-C3B97DA78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14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2937A-4E90-4877-8295-DA7C8B6131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Carbonara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68E39C-6C57-4A8D-BFE5-48CF29708E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688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B6A77-6C42-4B03-B9C4-04B5B9AEC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1F41E-FF9F-4B8C-839D-ABA44A8DF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2099E3-5F23-4AE9-9876-FB8E20D22CB2}"/>
              </a:ext>
            </a:extLst>
          </p:cNvPr>
          <p:cNvSpPr/>
          <p:nvPr/>
        </p:nvSpPr>
        <p:spPr>
          <a:xfrm>
            <a:off x="2088107" y="3630304"/>
            <a:ext cx="4007893" cy="19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031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Carbonara 4</vt:lpstr>
      <vt:lpstr>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Carbonara 4</dc:title>
  <dc:creator>pc</dc:creator>
  <cp:lastModifiedBy>pc</cp:lastModifiedBy>
  <cp:revision>1</cp:revision>
  <dcterms:created xsi:type="dcterms:W3CDTF">2026-10-06T14:29:02Z</dcterms:created>
  <dcterms:modified xsi:type="dcterms:W3CDTF">2026-10-06T14:29:08Z</dcterms:modified>
</cp:coreProperties>
</file>