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ACBB-314C-4923-AE79-3B06FFDF7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99BF1-1E2A-4EA0-8CB2-1900286B2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B88DF-CB21-401E-A9AF-778E6AEB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19B84-38E4-44AC-A78D-4D5B1625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10539-057B-4A9F-BC18-03BD4A45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8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361A-9237-473C-990C-CE082D88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03D1-576A-4EC7-91FB-6D4B0192C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99853-4DA0-4DC2-A213-09A203F9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A9CAE-6A6A-43DF-B11C-A40E0BA1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0E975-3AA4-42D0-8B01-99F5ADCB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8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CD79-97C1-40BA-817C-D7CA8B80E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2EF52-EBC0-4872-8B17-2F5A06188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C52FE-942B-4D67-8F65-361D3E30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1B236-7F02-44DA-849F-BF3E5F52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1D263-93AF-43CD-8FFB-AF28FDA6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09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A3CC0-7A58-49DF-99F5-A4279B02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08B7-B952-4CE3-9C49-B6F6EC81D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6A4E0-7693-4D3F-B4A1-6399CA2C9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0BCFE-AD87-4D09-B5DE-125A1568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8AFDC-1110-4415-B622-8540E5C4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13648-99BA-4794-BE5E-DB30E15E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7FE4-2E15-4664-8514-CB09D7864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ACE46-DDB4-4DA0-ACFB-AE140A9AF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B8E71-36BE-4E73-8B55-CA1777371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719A1-D665-477F-BDBD-0A9E79C30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D5CE5-88E1-4789-98E6-4FE86CF3E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C195F-2D2A-496F-AA69-F2171EF6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523AA-C6C6-40EB-B3BF-4FAB3F8E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4BFBB-1AAA-49D9-91EE-78F519E7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0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5FEA-EECE-4706-AD4B-451DE5F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26324-4343-4DB1-BB46-FE788F8B9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8B2A2-5B3C-4936-9542-42FC0786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8EED1-3E53-4814-963A-4208DC54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6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59EF5-066B-4406-9C19-19873394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95F81-0051-4415-A78F-71C2604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013D3-020E-48BB-8041-66342207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4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0B14-0C0D-4D10-9E4A-8116AA93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AB324-50C6-453E-BCAB-A6B363E9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191E5-CD53-4674-BD87-4A72CFF69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1888E-6B0A-40AD-8643-64413E8F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059D2-9293-43A1-ACD0-19CAD511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DCC67-D8F9-475B-A828-62628984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7F16-F511-4FB4-A1E7-758CF58B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54084-F142-4B7D-84EB-0A9EE458B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A2D12-4C1A-4007-937A-6ADF66548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3D853-9C74-4B89-88EB-F03BDFA7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5BB59-B3D1-403D-9FE2-0E271739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8E8C-5E0E-4323-8D2A-8C4036C6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5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8DC9-CCFA-4E11-ACBF-F3A42FB4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A127D-99EE-4F9E-95D9-53D09547F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32401-E99A-4E58-B1A5-247A1C83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CA5BE-E1CC-4C69-A8E6-ED7E113E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28E00-44AE-43F7-972D-B12A751E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4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E9556-DC72-40DF-BD85-368833EFC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07D8E-882D-4BA4-A871-8B5B30C3A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13456-0742-465F-915B-C045925F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C5DB2-B9B8-4107-A45E-33ED092B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96B56-EBCB-4AD5-805F-EE5A3DE3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1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2A8BF-8A22-4C89-92F9-6433EC1F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7212-C233-466B-B8E2-1E29C43A1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01BD-ECB1-4C6E-A032-FD3D4F04B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30EED-FE10-4BDA-9047-A5AF70B25731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30274-A6EA-48D1-83D4-D76255FC0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A7934-3DD8-4CC0-B505-EFCB4D96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9DCB5-8A1E-41A9-88A7-8ACF9EC43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1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77F1-59CC-4C8E-AA8C-3E274282CA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Carbonara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2BC8B-A855-416C-9BCD-0BA0FA9F6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3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DE94-ADD8-426C-846C-F42C8562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98E5-F5DA-4086-B75A-B6BC72E5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D1700A-F502-4F64-8F6E-37320584475D}"/>
              </a:ext>
            </a:extLst>
          </p:cNvPr>
          <p:cNvSpPr/>
          <p:nvPr/>
        </p:nvSpPr>
        <p:spPr>
          <a:xfrm>
            <a:off x="1139588" y="3500651"/>
            <a:ext cx="1815152" cy="1180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7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Carbonara 5</vt:lpstr>
      <vt:lpstr>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Carbonara 5</dc:title>
  <dc:creator>pc</dc:creator>
  <cp:lastModifiedBy>pc</cp:lastModifiedBy>
  <cp:revision>1</cp:revision>
  <dcterms:created xsi:type="dcterms:W3CDTF">2026-10-06T14:29:40Z</dcterms:created>
  <dcterms:modified xsi:type="dcterms:W3CDTF">2026-10-06T14:29:46Z</dcterms:modified>
</cp:coreProperties>
</file>