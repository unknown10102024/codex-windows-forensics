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6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FF94-0B8D-43A8-B3CB-2AC7962A2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0C1D4-0B17-49B9-A62A-D7E75934F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AC1DA-1773-492C-ACD7-4B2BCF27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C992D-751B-4126-8047-96CB9BEE3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8F1F4-BD5E-4975-9195-0E136B30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2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3D26-4D35-4D7F-BA70-CDA41482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78558-3380-456C-B3A3-C6ECCDE6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1F6B2-1FBD-48ED-BE6E-0F8AC11A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D647B-7DD3-4BD4-B137-163135CB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07E24-7AB4-4CC5-9732-8CA356A4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8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1959-9BEA-4B2F-9A0E-5220396E9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1807F-2577-43F3-BC8E-8050AC13A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D521E-79BF-44C9-8D83-43BC415FC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7FFF6-DB92-4D62-B4A9-82168668A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054EC-9131-4328-95CA-C5F180BE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60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D7AB0-1873-4FB4-83D4-79417E97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CFBD4-A939-493A-AE20-7895761F8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1F6D1-ED36-4E3F-9E8F-61206D23C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5E03A-5ECC-4015-88AE-5ABCB73F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E0CF5-40E4-4F67-865F-5AFEED257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552B9-C0BD-42A8-A02C-192B614A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7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4B69-C916-4C62-857E-B1BEC8E19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FC44-528D-4DA9-8F39-0EB0E14D2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8146B-8150-4D9E-826A-57FC1D5C8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1709EF-225E-496D-A28D-BEB77EEEC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572CDE-9B47-453F-96B2-1D2CB0780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FC9F7-0F7F-4EA2-B940-BCD17D73C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646A0A-1CAC-48DE-8932-B7E6FA47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4DFFCD-4618-4785-8FCB-EAEEBFA4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AD03-CBE4-4834-8DDE-3B355625E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3DF3A-2746-4071-9BDC-B0A6D575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26C96-998C-4A07-8CF3-3C11F666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0527C-EAE2-44F2-9426-6B4144E0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7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DE470-2B8D-406A-9FC2-226190E5E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529CE-8B55-4BAD-8A35-438D5511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9C030-1C50-404E-A53C-D79206CA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09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98CB-A37C-4267-B5CF-EA79C691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F2939-633F-4076-AB0F-56FF8B764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0F0C8-909A-4AA9-8924-578B3C135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A8694-3745-4405-AAA5-68CDF2A0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C5E74-4910-4D08-A712-6F376409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4A4FB-BE8E-4C93-9961-7BD8067B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4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CCF8-7455-431A-B168-6C064984C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B3623C-446F-4F21-80FE-EA4E67548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6648E-886D-4AB7-ADB9-216DC9278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8F710-8514-4F78-A087-EC892EA72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D2FC9-A8CC-490A-A0BF-7F6A2D21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09E86-ED4B-4D0C-8937-C0B55FEE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4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65C69-645E-45AA-BD6B-DF35058F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5E118-E12E-4BD0-A2E4-D773D539C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998B5-ADCB-436A-9181-DBF08AED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C2D6E-73EA-4A4D-9727-1E21583A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4DE7-271A-4D6F-9520-A9F7454A8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2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D4D70-7F27-4972-932A-22F4FD41B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67366-91AE-4B6C-B5CE-4A9DE60D5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86A9B-65B9-4969-AB21-D07F2706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8B0AA-B5FA-482A-9CF2-335AAE46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79F2D-E4C4-44AB-BA87-6077FC90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ECB040-139C-42B2-B8F6-29B5833F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12530-8055-46B2-81D7-454190A0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DA0CA-CE17-4B5E-8851-832B8125C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23E69-695F-4C75-964A-B00B6B1F8C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6712-82DB-44BE-9AEC-ECF879C49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95997-B831-476F-A25F-C68244981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DE6C5-5B9E-4093-AAEC-C443AA2D3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3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8B03-3237-47F1-A264-99FD0CFC7B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Carbonara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A963A-9C08-4740-B43C-9A02D6570C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6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18D8-B6DA-462F-9CBD-7B9C39344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24ED-6160-443E-9A84-F6724A75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C5409-3C80-4E12-9EA4-AA462D076900}"/>
              </a:ext>
            </a:extLst>
          </p:cNvPr>
          <p:cNvSpPr/>
          <p:nvPr/>
        </p:nvSpPr>
        <p:spPr>
          <a:xfrm>
            <a:off x="3152633" y="3227696"/>
            <a:ext cx="1869743" cy="15490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87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Carbonara 3</vt:lpstr>
      <vt:lpstr>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Carbonara 3</dc:title>
  <dc:creator>pc</dc:creator>
  <cp:lastModifiedBy>pc</cp:lastModifiedBy>
  <cp:revision>1</cp:revision>
  <dcterms:created xsi:type="dcterms:W3CDTF">2026-10-06T14:27:50Z</dcterms:created>
  <dcterms:modified xsi:type="dcterms:W3CDTF">2026-10-06T14:27:58Z</dcterms:modified>
</cp:coreProperties>
</file>