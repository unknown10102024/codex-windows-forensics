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6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2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C0721-71CB-49BA-87E9-E72C1CE3E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D13AF-130C-4E6D-B382-124421497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53FE8-7FDF-444D-814D-C37355A28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BD01-F2EE-4F76-898A-9388DBC6AED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25507-7CBC-4961-91A9-E14F93436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5D4A8-0B3C-491C-9F16-826D7AC8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7921-B742-47F0-8F41-9AF62B71B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F73A3-A49D-4012-B53C-3A052C8F1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55397-728A-4567-A0F7-4CEF31D07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69744-4606-44A1-87C5-712C7F09B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BD01-F2EE-4F76-898A-9388DBC6AED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48252-2535-4670-86CD-93FC7C43E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3B12A-6CC9-47DC-8EB9-C5D3F254C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7921-B742-47F0-8F41-9AF62B71B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2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9620-AF88-418F-88E9-466832AF5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E7987-CEE6-48EA-9DC9-FEF6A3229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79057-DDD8-4BEF-8F5E-9DD1854E2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BD01-F2EE-4F76-898A-9388DBC6AED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8E803-0219-4FA0-AB5F-17786F9AE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8E73B-9A84-4BE9-AA64-403509E2A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7921-B742-47F0-8F41-9AF62B71B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98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A6AF-20C8-48D9-B159-05551DAB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04522-EE95-4A8E-A58C-51BE72771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257A9-1325-447F-8705-BBC33DB26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82170-C77D-4875-95DB-B0D380476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BD01-F2EE-4F76-898A-9388DBC6AED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CFD1F-5572-44FD-968D-7B24E459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4D818-C0AD-4215-9D2C-66B7D56F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7921-B742-47F0-8F41-9AF62B71B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4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A0185-E77B-478A-A5B7-C42681AE2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9CDC5-463D-4924-917E-7B79C2579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B76B1-AE6A-4D2B-9D2A-B67232CA4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8EA6FC-71D0-4A4E-AA95-226010063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E5F97-3A26-4FC9-A991-804BFA19D7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88C62-9BDB-4DD5-9D8F-7FBFDA23F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BD01-F2EE-4F76-898A-9388DBC6AED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C3A95A-1677-4AC0-B6B0-1FCC9726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B4A1D5-3D42-4B25-9D85-292304CC2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7921-B742-47F0-8F41-9AF62B71B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2FBAD-6BD4-4AA0-B470-7E0180792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FB81E4-CFA4-46A7-945F-AE38FEF3F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BD01-F2EE-4F76-898A-9388DBC6AED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3AAA3-38C1-4711-8AC2-A5AE03497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A6386-A8FD-4ED7-8462-99A8FAF58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7921-B742-47F0-8F41-9AF62B71B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7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D47C6F-C1A0-44CA-894E-68816F75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BD01-F2EE-4F76-898A-9388DBC6AED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D0295-1784-4500-996B-2C091848C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65086-7693-495B-B5BF-27961EF1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7921-B742-47F0-8F41-9AF62B71B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44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6638B-0ADA-4531-BC2A-7BAB841B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716CB-9C90-4EC0-8885-A376B10CE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4B88-D600-434D-BA5B-D6AB29BA3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03EE2-B4CB-40C5-B5B9-AF1EFD9F1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BD01-F2EE-4F76-898A-9388DBC6AED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F779A-88D0-4544-ACA4-2BEB6B11F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BD28C-DFC0-4D09-9CA3-7FEEE4F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7921-B742-47F0-8F41-9AF62B71B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38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ACE51-94E0-47C3-BFED-877050ED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385D46-2F29-4B4B-A274-C7DA3E72A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00536-3526-48B1-BFDB-8518F9813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04446-4756-42CA-8275-BA05C96C8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BD01-F2EE-4F76-898A-9388DBC6AED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7C589-3816-46AB-B9F3-5E0D6C066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B301F-E62C-4CAA-8861-C03504001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7921-B742-47F0-8F41-9AF62B71B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6996-8F73-45FB-8ADA-E983E6B80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20CC81-A396-4814-9B61-4D0AA14AC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C5EE-7738-4DD3-BF6C-8DA85E83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BD01-F2EE-4F76-898A-9388DBC6AED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27D55-EED6-4F74-978B-1ECEE4386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24C4E-C6A3-485E-B784-51F46461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7921-B742-47F0-8F41-9AF62B71B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65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AAACF-D73C-4C89-8D38-332EF83EC7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469B2E-D659-4BF0-940A-CF56B6C05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672CB-F00F-4FD4-900C-20CE62C13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BD01-F2EE-4F76-898A-9388DBC6AED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81186-9E16-447D-B03D-E3B9B3084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F23D2-84DE-4321-AEFD-1B7577C8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7921-B742-47F0-8F41-9AF62B71B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64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3DB36A-CE75-4644-99CA-5BEA4BABE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3AD45-8ECA-4FF8-871A-2BA1285B1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5926F-85BE-42C3-86E2-59F7D71D8E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DBD01-F2EE-4F76-898A-9388DBC6AED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EB15C-EA65-4344-83FE-ADF1495A2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F8F76-7E69-4A74-ADEE-07B3FCA82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A7921-B742-47F0-8F41-9AF62B71B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57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3A6AE-370C-40CE-9503-3E96620766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Carbonara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552D07-D827-419A-9BE8-B1E8479984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214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9257D-58E8-49D6-9DBC-9C6025BE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69143-0999-491D-92C7-877B5FD1E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8FA8CE-3E50-427D-B46A-59A76005CBE2}"/>
              </a:ext>
            </a:extLst>
          </p:cNvPr>
          <p:cNvSpPr/>
          <p:nvPr/>
        </p:nvSpPr>
        <p:spPr>
          <a:xfrm>
            <a:off x="2982036" y="3855493"/>
            <a:ext cx="3254991" cy="16650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24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Carbonara 2</vt:lpstr>
      <vt:lpstr>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Carbonara 2</dc:title>
  <dc:creator>pc</dc:creator>
  <cp:lastModifiedBy>pc</cp:lastModifiedBy>
  <cp:revision>1</cp:revision>
  <dcterms:created xsi:type="dcterms:W3CDTF">2026-10-06T14:26:46Z</dcterms:created>
  <dcterms:modified xsi:type="dcterms:W3CDTF">2026-10-06T14:27:06Z</dcterms:modified>
</cp:coreProperties>
</file>