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Orchard Pilot - Weekly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pilot delivery is on schedule.</a:t>
            </a:r>
          </a:p>
          <a:p>
            <a:pPr>
              <a:defRPr sz="2200"/>
            </a:pPr>
            <a:r>
              <a:t>Review owner: James Reed</a:t>
            </a:r>
          </a:p>
          <a:p>
            <a:pPr>
              <a:defRPr sz="2200"/>
            </a:pPr>
            <a:r>
              <a:t>The team will use the revised checklist.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James will present the inspection findings on Friday.</a:t>
            </a:r>
          </a:p>
          <a:p>
            <a:pPr>
              <a:defRPr sz="2200"/>
            </a:pPr>
            <a:r>
              <a:t>Emma will circulate the meeting invitation.</a:t>
            </a:r>
          </a:p>
          <a:p>
            <a:pPr>
              <a:defRPr sz="2200"/>
            </a:pPr>
            <a:r>
              <a:t>Noah will confirm the sample 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content search input</dc:title>
  <dc:subject/>
  <dc:creator>Synthetic corpus preparation</dc:creator>
  <cp:keywords/>
  <dc:description>generated using python-pptx</dc:description>
  <cp:lastModifiedBy>Synthetic corpus preparation</cp:lastModifiedBy>
  <cp:revision>1</cp:revision>
  <dcterms:created xsi:type="dcterms:W3CDTF">2026-09-29T07:24:09Z</dcterms:created>
  <dcterms:modified xsi:type="dcterms:W3CDTF">2026-09-29T07:24:09Z</dcterms:modified>
  <cp:category/>
</cp:coreProperties>
</file>